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ink/ink1.xml" ContentType="application/inkml+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3" r:id="rId1"/>
  </p:sldMasterIdLst>
  <p:sldIdLst>
    <p:sldId id="287" r:id="rId2"/>
    <p:sldId id="288" r:id="rId3"/>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84" r:id="rId17"/>
    <p:sldId id="270" r:id="rId18"/>
    <p:sldId id="269"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9" r:id="rId32"/>
    <p:sldId id="291"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375" autoAdjust="0"/>
    <p:restoredTop sz="94660"/>
  </p:normalViewPr>
  <p:slideViewPr>
    <p:cSldViewPr snapToGrid="0">
      <p:cViewPr varScale="1">
        <p:scale>
          <a:sx n="86" d="100"/>
          <a:sy n="86" d="100"/>
        </p:scale>
        <p:origin x="57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0DA8079-27E6-4D86-81D9-B3AE834AFD11}" type="doc">
      <dgm:prSet loTypeId="urn:microsoft.com/office/officeart/2005/8/layout/list1" loCatId="list" qsTypeId="urn:microsoft.com/office/officeart/2005/8/quickstyle/simple1" qsCatId="simple" csTypeId="urn:microsoft.com/office/officeart/2005/8/colors/accent0_3" csCatId="mainScheme" phldr="1"/>
      <dgm:spPr/>
      <dgm:t>
        <a:bodyPr/>
        <a:lstStyle/>
        <a:p>
          <a:endParaRPr lang="en-US"/>
        </a:p>
      </dgm:t>
    </dgm:pt>
    <dgm:pt modelId="{437C95D6-565F-465C-BB62-77A2DA5118A1}">
      <dgm:prSet custT="1"/>
      <dgm:spPr>
        <a:solidFill>
          <a:schemeClr val="accent1"/>
        </a:solidFill>
      </dgm:spPr>
      <dgm:t>
        <a:bodyPr/>
        <a:lstStyle/>
        <a:p>
          <a:r>
            <a:rPr lang="en-US" sz="1800" b="1" i="0" baseline="0" dirty="0"/>
            <a:t>Contact Information</a:t>
          </a:r>
          <a:r>
            <a:rPr lang="en-US" sz="1800" b="0" i="0" baseline="0" dirty="0"/>
            <a:t> </a:t>
          </a:r>
          <a:endParaRPr lang="en-US" sz="1800" dirty="0"/>
        </a:p>
      </dgm:t>
    </dgm:pt>
    <dgm:pt modelId="{1B4D43F0-1591-463C-8947-E59E481E91B7}" type="parTrans" cxnId="{F5CE19B1-6D7B-4E91-8E7E-5272550C73E6}">
      <dgm:prSet/>
      <dgm:spPr/>
      <dgm:t>
        <a:bodyPr/>
        <a:lstStyle/>
        <a:p>
          <a:endParaRPr lang="en-US"/>
        </a:p>
      </dgm:t>
    </dgm:pt>
    <dgm:pt modelId="{9B81FDC4-E586-4A26-B493-42A17B517F26}" type="sibTrans" cxnId="{F5CE19B1-6D7B-4E91-8E7E-5272550C73E6}">
      <dgm:prSet/>
      <dgm:spPr/>
      <dgm:t>
        <a:bodyPr/>
        <a:lstStyle/>
        <a:p>
          <a:endParaRPr lang="en-US"/>
        </a:p>
      </dgm:t>
    </dgm:pt>
    <dgm:pt modelId="{95BE824D-922D-4696-8C8D-B99B61B62178}">
      <dgm:prSet custT="1"/>
      <dgm:spPr>
        <a:solidFill>
          <a:schemeClr val="accent1"/>
        </a:solidFill>
      </dgm:spPr>
      <dgm:t>
        <a:bodyPr/>
        <a:lstStyle/>
        <a:p>
          <a:r>
            <a:rPr lang="en-US" sz="1800" b="1" i="0" baseline="0" dirty="0"/>
            <a:t>Objective</a:t>
          </a:r>
          <a:endParaRPr lang="en-US" sz="1800" b="1" dirty="0"/>
        </a:p>
      </dgm:t>
    </dgm:pt>
    <dgm:pt modelId="{D198004B-FD0F-4CBA-831D-56DFEF0D83C3}" type="parTrans" cxnId="{B0A729C5-106B-4C98-ABBC-C96BCB0499A6}">
      <dgm:prSet/>
      <dgm:spPr/>
      <dgm:t>
        <a:bodyPr/>
        <a:lstStyle/>
        <a:p>
          <a:endParaRPr lang="en-US"/>
        </a:p>
      </dgm:t>
    </dgm:pt>
    <dgm:pt modelId="{419B0307-DCF4-4A5C-9260-E367D477FFFA}" type="sibTrans" cxnId="{B0A729C5-106B-4C98-ABBC-C96BCB0499A6}">
      <dgm:prSet/>
      <dgm:spPr/>
      <dgm:t>
        <a:bodyPr/>
        <a:lstStyle/>
        <a:p>
          <a:endParaRPr lang="en-US"/>
        </a:p>
      </dgm:t>
    </dgm:pt>
    <dgm:pt modelId="{740E9B43-CA1B-429E-B6EC-760CDA0685E7}">
      <dgm:prSet custT="1"/>
      <dgm:spPr>
        <a:solidFill>
          <a:schemeClr val="accent1"/>
        </a:solidFill>
      </dgm:spPr>
      <dgm:t>
        <a:bodyPr/>
        <a:lstStyle/>
        <a:p>
          <a:r>
            <a:rPr lang="en-US" sz="1800" b="1" i="0" baseline="0" dirty="0"/>
            <a:t>Work Expe</a:t>
          </a:r>
          <a:r>
            <a:rPr lang="en-US" sz="1800" b="1" dirty="0"/>
            <a:t>rience</a:t>
          </a:r>
        </a:p>
      </dgm:t>
    </dgm:pt>
    <dgm:pt modelId="{5A70A0A7-FA84-4670-A83A-14D4A5B903FE}" type="parTrans" cxnId="{D3B99D95-1E90-4868-8194-AB7E62BF1E16}">
      <dgm:prSet/>
      <dgm:spPr/>
      <dgm:t>
        <a:bodyPr/>
        <a:lstStyle/>
        <a:p>
          <a:endParaRPr lang="en-US"/>
        </a:p>
      </dgm:t>
    </dgm:pt>
    <dgm:pt modelId="{558DF911-D842-4C54-80D6-20B6233C4910}" type="sibTrans" cxnId="{D3B99D95-1E90-4868-8194-AB7E62BF1E16}">
      <dgm:prSet/>
      <dgm:spPr/>
      <dgm:t>
        <a:bodyPr/>
        <a:lstStyle/>
        <a:p>
          <a:endParaRPr lang="en-US"/>
        </a:p>
      </dgm:t>
    </dgm:pt>
    <dgm:pt modelId="{96028A6B-4342-4CE2-B751-52CA1C7E56C1}">
      <dgm:prSet custT="1"/>
      <dgm:spPr>
        <a:solidFill>
          <a:schemeClr val="accent1"/>
        </a:solidFill>
      </dgm:spPr>
      <dgm:t>
        <a:bodyPr/>
        <a:lstStyle/>
        <a:p>
          <a:r>
            <a:rPr lang="en-US" sz="1800" b="1" i="0" baseline="0" dirty="0"/>
            <a:t>Education</a:t>
          </a:r>
          <a:endParaRPr lang="en-US" sz="1800" b="1" dirty="0"/>
        </a:p>
      </dgm:t>
    </dgm:pt>
    <dgm:pt modelId="{11DA45C8-E525-405E-890C-0E9A185BADC3}" type="parTrans" cxnId="{EB88A5A9-E969-4B7F-A2B9-909C33E6547F}">
      <dgm:prSet/>
      <dgm:spPr/>
      <dgm:t>
        <a:bodyPr/>
        <a:lstStyle/>
        <a:p>
          <a:endParaRPr lang="en-US"/>
        </a:p>
      </dgm:t>
    </dgm:pt>
    <dgm:pt modelId="{C7AB1D66-657D-4761-A2EA-309E0CE7E463}" type="sibTrans" cxnId="{EB88A5A9-E969-4B7F-A2B9-909C33E6547F}">
      <dgm:prSet/>
      <dgm:spPr/>
      <dgm:t>
        <a:bodyPr/>
        <a:lstStyle/>
        <a:p>
          <a:endParaRPr lang="en-US"/>
        </a:p>
      </dgm:t>
    </dgm:pt>
    <dgm:pt modelId="{04EBEE7E-C160-478D-B6DF-5EDE639FA724}">
      <dgm:prSet custT="1"/>
      <dgm:spPr>
        <a:solidFill>
          <a:schemeClr val="accent1"/>
        </a:solidFill>
      </dgm:spPr>
      <dgm:t>
        <a:bodyPr/>
        <a:lstStyle/>
        <a:p>
          <a:r>
            <a:rPr lang="en-US" sz="1800" b="1" dirty="0"/>
            <a:t>Additional sections (</a:t>
          </a:r>
          <a:r>
            <a:rPr lang="en-US" sz="1800" b="1" dirty="0" err="1"/>
            <a:t>certificates,languages</a:t>
          </a:r>
          <a:r>
            <a:rPr lang="en-US" sz="1800" b="1" dirty="0"/>
            <a:t> </a:t>
          </a:r>
          <a:r>
            <a:rPr lang="en-US" sz="1800" b="1" dirty="0" err="1"/>
            <a:t>etc</a:t>
          </a:r>
          <a:r>
            <a:rPr lang="en-US" sz="1800" b="1" dirty="0"/>
            <a:t>)</a:t>
          </a:r>
        </a:p>
      </dgm:t>
    </dgm:pt>
    <dgm:pt modelId="{CFB6A9F3-A9D3-44C4-AF60-6A03D22939B8}" type="parTrans" cxnId="{425D9819-BCCE-425B-8089-BCD750536E8C}">
      <dgm:prSet/>
      <dgm:spPr/>
      <dgm:t>
        <a:bodyPr/>
        <a:lstStyle/>
        <a:p>
          <a:endParaRPr lang="en-US"/>
        </a:p>
      </dgm:t>
    </dgm:pt>
    <dgm:pt modelId="{CA6F2D3A-431A-4736-AA0C-12FE42A25F4D}" type="sibTrans" cxnId="{425D9819-BCCE-425B-8089-BCD750536E8C}">
      <dgm:prSet/>
      <dgm:spPr/>
      <dgm:t>
        <a:bodyPr/>
        <a:lstStyle/>
        <a:p>
          <a:endParaRPr lang="en-US"/>
        </a:p>
      </dgm:t>
    </dgm:pt>
    <dgm:pt modelId="{16C176FE-3253-49E4-B8C6-C7C007C72575}">
      <dgm:prSet custT="1"/>
      <dgm:spPr>
        <a:solidFill>
          <a:schemeClr val="accent1"/>
        </a:solidFill>
      </dgm:spPr>
      <dgm:t>
        <a:bodyPr/>
        <a:lstStyle/>
        <a:p>
          <a:r>
            <a:rPr lang="en-US" sz="1800" b="1" dirty="0"/>
            <a:t>References </a:t>
          </a:r>
          <a:r>
            <a:rPr lang="en-US" sz="1300" dirty="0"/>
            <a:t> </a:t>
          </a:r>
        </a:p>
      </dgm:t>
    </dgm:pt>
    <dgm:pt modelId="{3A24F485-BD88-4A09-B1B9-AE21A7BEA3ED}" type="parTrans" cxnId="{CF843540-A727-4713-9E54-6BF065CD68C4}">
      <dgm:prSet/>
      <dgm:spPr/>
      <dgm:t>
        <a:bodyPr/>
        <a:lstStyle/>
        <a:p>
          <a:endParaRPr lang="en-US"/>
        </a:p>
      </dgm:t>
    </dgm:pt>
    <dgm:pt modelId="{D9CABCD4-F901-4EBE-BA8A-4CE639B70245}" type="sibTrans" cxnId="{CF843540-A727-4713-9E54-6BF065CD68C4}">
      <dgm:prSet/>
      <dgm:spPr/>
      <dgm:t>
        <a:bodyPr/>
        <a:lstStyle/>
        <a:p>
          <a:endParaRPr lang="en-US"/>
        </a:p>
      </dgm:t>
    </dgm:pt>
    <dgm:pt modelId="{C41300B5-5434-4E0F-8BCC-E8D139934E89}">
      <dgm:prSet custT="1"/>
      <dgm:spPr>
        <a:solidFill>
          <a:schemeClr val="accent1"/>
        </a:solidFill>
      </dgm:spPr>
      <dgm:t>
        <a:bodyPr/>
        <a:lstStyle/>
        <a:p>
          <a:r>
            <a:rPr lang="en-US" sz="1800" b="1" dirty="0"/>
            <a:t> Skills </a:t>
          </a:r>
        </a:p>
      </dgm:t>
    </dgm:pt>
    <dgm:pt modelId="{D970377A-89C4-411B-920F-468CA99440B4}" type="parTrans" cxnId="{C32A7558-CC7F-4DBD-AFF1-6888E9672B28}">
      <dgm:prSet/>
      <dgm:spPr/>
      <dgm:t>
        <a:bodyPr/>
        <a:lstStyle/>
        <a:p>
          <a:endParaRPr lang="en-US"/>
        </a:p>
      </dgm:t>
    </dgm:pt>
    <dgm:pt modelId="{BD7EFB40-AFF9-46BA-A21D-8B40208E3B39}" type="sibTrans" cxnId="{C32A7558-CC7F-4DBD-AFF1-6888E9672B28}">
      <dgm:prSet/>
      <dgm:spPr/>
      <dgm:t>
        <a:bodyPr/>
        <a:lstStyle/>
        <a:p>
          <a:endParaRPr lang="en-US"/>
        </a:p>
      </dgm:t>
    </dgm:pt>
    <dgm:pt modelId="{0A607175-3CEE-4376-97EA-07A3C8DDF2EB}" type="pres">
      <dgm:prSet presAssocID="{30DA8079-27E6-4D86-81D9-B3AE834AFD11}" presName="linear" presStyleCnt="0">
        <dgm:presLayoutVars>
          <dgm:dir/>
          <dgm:animLvl val="lvl"/>
          <dgm:resizeHandles val="exact"/>
        </dgm:presLayoutVars>
      </dgm:prSet>
      <dgm:spPr/>
    </dgm:pt>
    <dgm:pt modelId="{E7964D66-9B10-4450-8F6B-AFE9C01F7780}" type="pres">
      <dgm:prSet presAssocID="{437C95D6-565F-465C-BB62-77A2DA5118A1}" presName="parentLin" presStyleCnt="0"/>
      <dgm:spPr/>
    </dgm:pt>
    <dgm:pt modelId="{243031F3-B4AC-478E-BB4F-9894F0BC4E9B}" type="pres">
      <dgm:prSet presAssocID="{437C95D6-565F-465C-BB62-77A2DA5118A1}" presName="parentLeftMargin" presStyleLbl="node1" presStyleIdx="0" presStyleCnt="7"/>
      <dgm:spPr/>
    </dgm:pt>
    <dgm:pt modelId="{26892784-7002-4257-9E31-CBC489ED85D6}" type="pres">
      <dgm:prSet presAssocID="{437C95D6-565F-465C-BB62-77A2DA5118A1}" presName="parentText" presStyleLbl="node1" presStyleIdx="0" presStyleCnt="7">
        <dgm:presLayoutVars>
          <dgm:chMax val="0"/>
          <dgm:bulletEnabled val="1"/>
        </dgm:presLayoutVars>
      </dgm:prSet>
      <dgm:spPr/>
    </dgm:pt>
    <dgm:pt modelId="{ED516DB1-DB93-4CDB-904D-9684EEF78ECA}" type="pres">
      <dgm:prSet presAssocID="{437C95D6-565F-465C-BB62-77A2DA5118A1}" presName="negativeSpace" presStyleCnt="0"/>
      <dgm:spPr/>
    </dgm:pt>
    <dgm:pt modelId="{618A5C02-0B35-4DD1-95A4-835D01849FCD}" type="pres">
      <dgm:prSet presAssocID="{437C95D6-565F-465C-BB62-77A2DA5118A1}" presName="childText" presStyleLbl="conFgAcc1" presStyleIdx="0" presStyleCnt="7">
        <dgm:presLayoutVars>
          <dgm:bulletEnabled val="1"/>
        </dgm:presLayoutVars>
      </dgm:prSet>
      <dgm:spPr/>
    </dgm:pt>
    <dgm:pt modelId="{5122D171-388A-444F-B12F-B2340781D51B}" type="pres">
      <dgm:prSet presAssocID="{9B81FDC4-E586-4A26-B493-42A17B517F26}" presName="spaceBetweenRectangles" presStyleCnt="0"/>
      <dgm:spPr/>
    </dgm:pt>
    <dgm:pt modelId="{F3F616EC-1EAF-49CF-9C38-010DCC7385FC}" type="pres">
      <dgm:prSet presAssocID="{95BE824D-922D-4696-8C8D-B99B61B62178}" presName="parentLin" presStyleCnt="0"/>
      <dgm:spPr/>
    </dgm:pt>
    <dgm:pt modelId="{3ED40A54-07F7-41EA-A032-4C911A96356E}" type="pres">
      <dgm:prSet presAssocID="{95BE824D-922D-4696-8C8D-B99B61B62178}" presName="parentLeftMargin" presStyleLbl="node1" presStyleIdx="0" presStyleCnt="7"/>
      <dgm:spPr/>
    </dgm:pt>
    <dgm:pt modelId="{F514E130-96C4-4430-A105-E51D9D5A839B}" type="pres">
      <dgm:prSet presAssocID="{95BE824D-922D-4696-8C8D-B99B61B62178}" presName="parentText" presStyleLbl="node1" presStyleIdx="1" presStyleCnt="7">
        <dgm:presLayoutVars>
          <dgm:chMax val="0"/>
          <dgm:bulletEnabled val="1"/>
        </dgm:presLayoutVars>
      </dgm:prSet>
      <dgm:spPr/>
    </dgm:pt>
    <dgm:pt modelId="{9D1EB218-B3EA-4451-819B-B7FB5C10C36A}" type="pres">
      <dgm:prSet presAssocID="{95BE824D-922D-4696-8C8D-B99B61B62178}" presName="negativeSpace" presStyleCnt="0"/>
      <dgm:spPr/>
    </dgm:pt>
    <dgm:pt modelId="{743F1D8B-27FA-4977-B41D-55171240EE3A}" type="pres">
      <dgm:prSet presAssocID="{95BE824D-922D-4696-8C8D-B99B61B62178}" presName="childText" presStyleLbl="conFgAcc1" presStyleIdx="1" presStyleCnt="7">
        <dgm:presLayoutVars>
          <dgm:bulletEnabled val="1"/>
        </dgm:presLayoutVars>
      </dgm:prSet>
      <dgm:spPr/>
    </dgm:pt>
    <dgm:pt modelId="{F6643A72-B4DA-4C88-BC92-0D547D41E2BD}" type="pres">
      <dgm:prSet presAssocID="{419B0307-DCF4-4A5C-9260-E367D477FFFA}" presName="spaceBetweenRectangles" presStyleCnt="0"/>
      <dgm:spPr/>
    </dgm:pt>
    <dgm:pt modelId="{B15FA991-938F-4C3C-BADC-B5E4B3431CD5}" type="pres">
      <dgm:prSet presAssocID="{C41300B5-5434-4E0F-8BCC-E8D139934E89}" presName="parentLin" presStyleCnt="0"/>
      <dgm:spPr/>
    </dgm:pt>
    <dgm:pt modelId="{0E55C025-DA4C-4411-A49C-0D180794EEAE}" type="pres">
      <dgm:prSet presAssocID="{C41300B5-5434-4E0F-8BCC-E8D139934E89}" presName="parentLeftMargin" presStyleLbl="node1" presStyleIdx="1" presStyleCnt="7"/>
      <dgm:spPr/>
    </dgm:pt>
    <dgm:pt modelId="{E0F6D173-9270-4E46-B988-7D39AFB5450E}" type="pres">
      <dgm:prSet presAssocID="{C41300B5-5434-4E0F-8BCC-E8D139934E89}" presName="parentText" presStyleLbl="node1" presStyleIdx="2" presStyleCnt="7" custLinFactNeighborX="4674" custLinFactNeighborY="2508">
        <dgm:presLayoutVars>
          <dgm:chMax val="0"/>
          <dgm:bulletEnabled val="1"/>
        </dgm:presLayoutVars>
      </dgm:prSet>
      <dgm:spPr/>
    </dgm:pt>
    <dgm:pt modelId="{C8FD307B-FC48-43F0-8AAB-A4356C786463}" type="pres">
      <dgm:prSet presAssocID="{C41300B5-5434-4E0F-8BCC-E8D139934E89}" presName="negativeSpace" presStyleCnt="0"/>
      <dgm:spPr/>
    </dgm:pt>
    <dgm:pt modelId="{ABF74F36-4CCA-4F67-B34F-D1F0665DF691}" type="pres">
      <dgm:prSet presAssocID="{C41300B5-5434-4E0F-8BCC-E8D139934E89}" presName="childText" presStyleLbl="conFgAcc1" presStyleIdx="2" presStyleCnt="7">
        <dgm:presLayoutVars>
          <dgm:bulletEnabled val="1"/>
        </dgm:presLayoutVars>
      </dgm:prSet>
      <dgm:spPr/>
    </dgm:pt>
    <dgm:pt modelId="{5EC66477-0B52-4867-8A64-4FC303BA9002}" type="pres">
      <dgm:prSet presAssocID="{BD7EFB40-AFF9-46BA-A21D-8B40208E3B39}" presName="spaceBetweenRectangles" presStyleCnt="0"/>
      <dgm:spPr/>
    </dgm:pt>
    <dgm:pt modelId="{58FEAEAD-D903-44FA-8D11-E0EBAEA34124}" type="pres">
      <dgm:prSet presAssocID="{740E9B43-CA1B-429E-B6EC-760CDA0685E7}" presName="parentLin" presStyleCnt="0"/>
      <dgm:spPr/>
    </dgm:pt>
    <dgm:pt modelId="{A5C542E3-73E9-489D-92F3-7D2525EDA7DE}" type="pres">
      <dgm:prSet presAssocID="{740E9B43-CA1B-429E-B6EC-760CDA0685E7}" presName="parentLeftMargin" presStyleLbl="node1" presStyleIdx="2" presStyleCnt="7"/>
      <dgm:spPr/>
    </dgm:pt>
    <dgm:pt modelId="{094CC5AE-943F-4225-AEAA-E25F2D057244}" type="pres">
      <dgm:prSet presAssocID="{740E9B43-CA1B-429E-B6EC-760CDA0685E7}" presName="parentText" presStyleLbl="node1" presStyleIdx="3" presStyleCnt="7" custLinFactNeighborX="0" custLinFactNeighborY="2007">
        <dgm:presLayoutVars>
          <dgm:chMax val="0"/>
          <dgm:bulletEnabled val="1"/>
        </dgm:presLayoutVars>
      </dgm:prSet>
      <dgm:spPr/>
    </dgm:pt>
    <dgm:pt modelId="{22F50439-9AB4-4FC3-AF39-B91CD60A21E9}" type="pres">
      <dgm:prSet presAssocID="{740E9B43-CA1B-429E-B6EC-760CDA0685E7}" presName="negativeSpace" presStyleCnt="0"/>
      <dgm:spPr/>
    </dgm:pt>
    <dgm:pt modelId="{D483C41D-46F5-4E3E-8FD9-7F423EF86EF0}" type="pres">
      <dgm:prSet presAssocID="{740E9B43-CA1B-429E-B6EC-760CDA0685E7}" presName="childText" presStyleLbl="conFgAcc1" presStyleIdx="3" presStyleCnt="7">
        <dgm:presLayoutVars>
          <dgm:bulletEnabled val="1"/>
        </dgm:presLayoutVars>
      </dgm:prSet>
      <dgm:spPr/>
    </dgm:pt>
    <dgm:pt modelId="{D98F484E-5F12-40CF-9876-227AF6C72B6F}" type="pres">
      <dgm:prSet presAssocID="{558DF911-D842-4C54-80D6-20B6233C4910}" presName="spaceBetweenRectangles" presStyleCnt="0"/>
      <dgm:spPr/>
    </dgm:pt>
    <dgm:pt modelId="{A407B6FE-976B-4E07-BF49-8B1D9F66A642}" type="pres">
      <dgm:prSet presAssocID="{96028A6B-4342-4CE2-B751-52CA1C7E56C1}" presName="parentLin" presStyleCnt="0"/>
      <dgm:spPr/>
    </dgm:pt>
    <dgm:pt modelId="{C31B5DF0-87B0-4DE2-814E-9198DCF92E58}" type="pres">
      <dgm:prSet presAssocID="{96028A6B-4342-4CE2-B751-52CA1C7E56C1}" presName="parentLeftMargin" presStyleLbl="node1" presStyleIdx="3" presStyleCnt="7"/>
      <dgm:spPr/>
    </dgm:pt>
    <dgm:pt modelId="{A5D93A20-43DD-4A05-ACD2-416AF8952D20}" type="pres">
      <dgm:prSet presAssocID="{96028A6B-4342-4CE2-B751-52CA1C7E56C1}" presName="parentText" presStyleLbl="node1" presStyleIdx="4" presStyleCnt="7">
        <dgm:presLayoutVars>
          <dgm:chMax val="0"/>
          <dgm:bulletEnabled val="1"/>
        </dgm:presLayoutVars>
      </dgm:prSet>
      <dgm:spPr/>
    </dgm:pt>
    <dgm:pt modelId="{2F9BB2E3-26DD-4990-8EE7-5E0BC7BA54CB}" type="pres">
      <dgm:prSet presAssocID="{96028A6B-4342-4CE2-B751-52CA1C7E56C1}" presName="negativeSpace" presStyleCnt="0"/>
      <dgm:spPr/>
    </dgm:pt>
    <dgm:pt modelId="{02F5D407-66C1-47D8-B848-D2799DDC5435}" type="pres">
      <dgm:prSet presAssocID="{96028A6B-4342-4CE2-B751-52CA1C7E56C1}" presName="childText" presStyleLbl="conFgAcc1" presStyleIdx="4" presStyleCnt="7">
        <dgm:presLayoutVars>
          <dgm:bulletEnabled val="1"/>
        </dgm:presLayoutVars>
      </dgm:prSet>
      <dgm:spPr/>
    </dgm:pt>
    <dgm:pt modelId="{8BE6B4E0-CC16-4E1B-8F90-6F7C657F999A}" type="pres">
      <dgm:prSet presAssocID="{C7AB1D66-657D-4761-A2EA-309E0CE7E463}" presName="spaceBetweenRectangles" presStyleCnt="0"/>
      <dgm:spPr/>
    </dgm:pt>
    <dgm:pt modelId="{0B82C250-2B3D-43D0-B29B-CD8095125EEE}" type="pres">
      <dgm:prSet presAssocID="{04EBEE7E-C160-478D-B6DF-5EDE639FA724}" presName="parentLin" presStyleCnt="0"/>
      <dgm:spPr/>
    </dgm:pt>
    <dgm:pt modelId="{C856E748-107E-493D-8F33-806EA2415097}" type="pres">
      <dgm:prSet presAssocID="{04EBEE7E-C160-478D-B6DF-5EDE639FA724}" presName="parentLeftMargin" presStyleLbl="node1" presStyleIdx="4" presStyleCnt="7"/>
      <dgm:spPr/>
    </dgm:pt>
    <dgm:pt modelId="{760B1638-663D-4BFA-8DA6-F7CC6758973B}" type="pres">
      <dgm:prSet presAssocID="{04EBEE7E-C160-478D-B6DF-5EDE639FA724}" presName="parentText" presStyleLbl="node1" presStyleIdx="5" presStyleCnt="7">
        <dgm:presLayoutVars>
          <dgm:chMax val="0"/>
          <dgm:bulletEnabled val="1"/>
        </dgm:presLayoutVars>
      </dgm:prSet>
      <dgm:spPr/>
    </dgm:pt>
    <dgm:pt modelId="{573F0EB8-CA6B-411B-8694-B1C175743E79}" type="pres">
      <dgm:prSet presAssocID="{04EBEE7E-C160-478D-B6DF-5EDE639FA724}" presName="negativeSpace" presStyleCnt="0"/>
      <dgm:spPr/>
    </dgm:pt>
    <dgm:pt modelId="{5A174C07-6F70-4727-8941-07634B2DA785}" type="pres">
      <dgm:prSet presAssocID="{04EBEE7E-C160-478D-B6DF-5EDE639FA724}" presName="childText" presStyleLbl="conFgAcc1" presStyleIdx="5" presStyleCnt="7">
        <dgm:presLayoutVars>
          <dgm:bulletEnabled val="1"/>
        </dgm:presLayoutVars>
      </dgm:prSet>
      <dgm:spPr/>
    </dgm:pt>
    <dgm:pt modelId="{78686D42-AF4A-4DC7-9DD1-A687B6945E07}" type="pres">
      <dgm:prSet presAssocID="{CA6F2D3A-431A-4736-AA0C-12FE42A25F4D}" presName="spaceBetweenRectangles" presStyleCnt="0"/>
      <dgm:spPr/>
    </dgm:pt>
    <dgm:pt modelId="{EA9AA9EC-5CCE-4581-A68A-267570B8B9D0}" type="pres">
      <dgm:prSet presAssocID="{16C176FE-3253-49E4-B8C6-C7C007C72575}" presName="parentLin" presStyleCnt="0"/>
      <dgm:spPr/>
    </dgm:pt>
    <dgm:pt modelId="{63A55E1F-7735-4830-B822-9E80B51BBF1A}" type="pres">
      <dgm:prSet presAssocID="{16C176FE-3253-49E4-B8C6-C7C007C72575}" presName="parentLeftMargin" presStyleLbl="node1" presStyleIdx="5" presStyleCnt="7"/>
      <dgm:spPr/>
    </dgm:pt>
    <dgm:pt modelId="{D3148DDE-F34B-466A-A570-AE94F31BB62C}" type="pres">
      <dgm:prSet presAssocID="{16C176FE-3253-49E4-B8C6-C7C007C72575}" presName="parentText" presStyleLbl="node1" presStyleIdx="6" presStyleCnt="7">
        <dgm:presLayoutVars>
          <dgm:chMax val="0"/>
          <dgm:bulletEnabled val="1"/>
        </dgm:presLayoutVars>
      </dgm:prSet>
      <dgm:spPr/>
    </dgm:pt>
    <dgm:pt modelId="{AC31E1CC-124E-43F5-80AF-5D9EBDB7CC27}" type="pres">
      <dgm:prSet presAssocID="{16C176FE-3253-49E4-B8C6-C7C007C72575}" presName="negativeSpace" presStyleCnt="0"/>
      <dgm:spPr/>
    </dgm:pt>
    <dgm:pt modelId="{EF6349A4-2076-414A-8E43-02897FE4D1D6}" type="pres">
      <dgm:prSet presAssocID="{16C176FE-3253-49E4-B8C6-C7C007C72575}" presName="childText" presStyleLbl="conFgAcc1" presStyleIdx="6" presStyleCnt="7">
        <dgm:presLayoutVars>
          <dgm:bulletEnabled val="1"/>
        </dgm:presLayoutVars>
      </dgm:prSet>
      <dgm:spPr/>
    </dgm:pt>
  </dgm:ptLst>
  <dgm:cxnLst>
    <dgm:cxn modelId="{0DC7710F-0F16-4295-877F-E87826A6BCA8}" type="presOf" srcId="{04EBEE7E-C160-478D-B6DF-5EDE639FA724}" destId="{760B1638-663D-4BFA-8DA6-F7CC6758973B}" srcOrd="1" destOrd="0" presId="urn:microsoft.com/office/officeart/2005/8/layout/list1"/>
    <dgm:cxn modelId="{425D9819-BCCE-425B-8089-BCD750536E8C}" srcId="{30DA8079-27E6-4D86-81D9-B3AE834AFD11}" destId="{04EBEE7E-C160-478D-B6DF-5EDE639FA724}" srcOrd="5" destOrd="0" parTransId="{CFB6A9F3-A9D3-44C4-AF60-6A03D22939B8}" sibTransId="{CA6F2D3A-431A-4736-AA0C-12FE42A25F4D}"/>
    <dgm:cxn modelId="{DF8BBE1B-8635-49C7-94DA-95FE428B6F48}" type="presOf" srcId="{C41300B5-5434-4E0F-8BCC-E8D139934E89}" destId="{E0F6D173-9270-4E46-B988-7D39AFB5450E}" srcOrd="1" destOrd="0" presId="urn:microsoft.com/office/officeart/2005/8/layout/list1"/>
    <dgm:cxn modelId="{E547FE30-5442-4AAB-9B01-1D9997DDAA93}" type="presOf" srcId="{16C176FE-3253-49E4-B8C6-C7C007C72575}" destId="{D3148DDE-F34B-466A-A570-AE94F31BB62C}" srcOrd="1" destOrd="0" presId="urn:microsoft.com/office/officeart/2005/8/layout/list1"/>
    <dgm:cxn modelId="{9AB8443B-1948-4669-A94F-FB420C5390AC}" type="presOf" srcId="{30DA8079-27E6-4D86-81D9-B3AE834AFD11}" destId="{0A607175-3CEE-4376-97EA-07A3C8DDF2EB}" srcOrd="0" destOrd="0" presId="urn:microsoft.com/office/officeart/2005/8/layout/list1"/>
    <dgm:cxn modelId="{CF843540-A727-4713-9E54-6BF065CD68C4}" srcId="{30DA8079-27E6-4D86-81D9-B3AE834AFD11}" destId="{16C176FE-3253-49E4-B8C6-C7C007C72575}" srcOrd="6" destOrd="0" parTransId="{3A24F485-BD88-4A09-B1B9-AE21A7BEA3ED}" sibTransId="{D9CABCD4-F901-4EBE-BA8A-4CE639B70245}"/>
    <dgm:cxn modelId="{803E4946-E61E-490F-8D17-00DE93117A10}" type="presOf" srcId="{437C95D6-565F-465C-BB62-77A2DA5118A1}" destId="{26892784-7002-4257-9E31-CBC489ED85D6}" srcOrd="1" destOrd="0" presId="urn:microsoft.com/office/officeart/2005/8/layout/list1"/>
    <dgm:cxn modelId="{BB1AF46D-E693-472B-A124-9A926BF84947}" type="presOf" srcId="{740E9B43-CA1B-429E-B6EC-760CDA0685E7}" destId="{A5C542E3-73E9-489D-92F3-7D2525EDA7DE}" srcOrd="0" destOrd="0" presId="urn:microsoft.com/office/officeart/2005/8/layout/list1"/>
    <dgm:cxn modelId="{15A65A75-74C7-4036-B0E3-E35A537D1887}" type="presOf" srcId="{04EBEE7E-C160-478D-B6DF-5EDE639FA724}" destId="{C856E748-107E-493D-8F33-806EA2415097}" srcOrd="0" destOrd="0" presId="urn:microsoft.com/office/officeart/2005/8/layout/list1"/>
    <dgm:cxn modelId="{2454FE77-C7BF-4131-A534-CEBF3FD5C8ED}" type="presOf" srcId="{96028A6B-4342-4CE2-B751-52CA1C7E56C1}" destId="{A5D93A20-43DD-4A05-ACD2-416AF8952D20}" srcOrd="1" destOrd="0" presId="urn:microsoft.com/office/officeart/2005/8/layout/list1"/>
    <dgm:cxn modelId="{C32A7558-CC7F-4DBD-AFF1-6888E9672B28}" srcId="{30DA8079-27E6-4D86-81D9-B3AE834AFD11}" destId="{C41300B5-5434-4E0F-8BCC-E8D139934E89}" srcOrd="2" destOrd="0" parTransId="{D970377A-89C4-411B-920F-468CA99440B4}" sibTransId="{BD7EFB40-AFF9-46BA-A21D-8B40208E3B39}"/>
    <dgm:cxn modelId="{9F244282-BF68-4DA1-A109-E8122F440926}" type="presOf" srcId="{C41300B5-5434-4E0F-8BCC-E8D139934E89}" destId="{0E55C025-DA4C-4411-A49C-0D180794EEAE}" srcOrd="0" destOrd="0" presId="urn:microsoft.com/office/officeart/2005/8/layout/list1"/>
    <dgm:cxn modelId="{D3B99D95-1E90-4868-8194-AB7E62BF1E16}" srcId="{30DA8079-27E6-4D86-81D9-B3AE834AFD11}" destId="{740E9B43-CA1B-429E-B6EC-760CDA0685E7}" srcOrd="3" destOrd="0" parTransId="{5A70A0A7-FA84-4670-A83A-14D4A5B903FE}" sibTransId="{558DF911-D842-4C54-80D6-20B6233C4910}"/>
    <dgm:cxn modelId="{34471B99-1C99-4459-8F2D-B3994BFFE107}" type="presOf" srcId="{437C95D6-565F-465C-BB62-77A2DA5118A1}" destId="{243031F3-B4AC-478E-BB4F-9894F0BC4E9B}" srcOrd="0" destOrd="0" presId="urn:microsoft.com/office/officeart/2005/8/layout/list1"/>
    <dgm:cxn modelId="{EB88A5A9-E969-4B7F-A2B9-909C33E6547F}" srcId="{30DA8079-27E6-4D86-81D9-B3AE834AFD11}" destId="{96028A6B-4342-4CE2-B751-52CA1C7E56C1}" srcOrd="4" destOrd="0" parTransId="{11DA45C8-E525-405E-890C-0E9A185BADC3}" sibTransId="{C7AB1D66-657D-4761-A2EA-309E0CE7E463}"/>
    <dgm:cxn modelId="{F5CE19B1-6D7B-4E91-8E7E-5272550C73E6}" srcId="{30DA8079-27E6-4D86-81D9-B3AE834AFD11}" destId="{437C95D6-565F-465C-BB62-77A2DA5118A1}" srcOrd="0" destOrd="0" parTransId="{1B4D43F0-1591-463C-8947-E59E481E91B7}" sibTransId="{9B81FDC4-E586-4A26-B493-42A17B517F26}"/>
    <dgm:cxn modelId="{6EE211BB-7936-4BF9-84E1-DA924AC1C846}" type="presOf" srcId="{96028A6B-4342-4CE2-B751-52CA1C7E56C1}" destId="{C31B5DF0-87B0-4DE2-814E-9198DCF92E58}" srcOrd="0" destOrd="0" presId="urn:microsoft.com/office/officeart/2005/8/layout/list1"/>
    <dgm:cxn modelId="{F632CEC3-D913-47C2-95EF-3E644CA33CDC}" type="presOf" srcId="{16C176FE-3253-49E4-B8C6-C7C007C72575}" destId="{63A55E1F-7735-4830-B822-9E80B51BBF1A}" srcOrd="0" destOrd="0" presId="urn:microsoft.com/office/officeart/2005/8/layout/list1"/>
    <dgm:cxn modelId="{B0A729C5-106B-4C98-ABBC-C96BCB0499A6}" srcId="{30DA8079-27E6-4D86-81D9-B3AE834AFD11}" destId="{95BE824D-922D-4696-8C8D-B99B61B62178}" srcOrd="1" destOrd="0" parTransId="{D198004B-FD0F-4CBA-831D-56DFEF0D83C3}" sibTransId="{419B0307-DCF4-4A5C-9260-E367D477FFFA}"/>
    <dgm:cxn modelId="{D784DCC5-C14F-4F2D-821B-AAA2B82D700F}" type="presOf" srcId="{740E9B43-CA1B-429E-B6EC-760CDA0685E7}" destId="{094CC5AE-943F-4225-AEAA-E25F2D057244}" srcOrd="1" destOrd="0" presId="urn:microsoft.com/office/officeart/2005/8/layout/list1"/>
    <dgm:cxn modelId="{BBA798CB-9454-4CB1-A25C-1BA0F8CF121A}" type="presOf" srcId="{95BE824D-922D-4696-8C8D-B99B61B62178}" destId="{F514E130-96C4-4430-A105-E51D9D5A839B}" srcOrd="1" destOrd="0" presId="urn:microsoft.com/office/officeart/2005/8/layout/list1"/>
    <dgm:cxn modelId="{A8CB30F6-32C5-44BF-BDA5-B52481F1A30B}" type="presOf" srcId="{95BE824D-922D-4696-8C8D-B99B61B62178}" destId="{3ED40A54-07F7-41EA-A032-4C911A96356E}" srcOrd="0" destOrd="0" presId="urn:microsoft.com/office/officeart/2005/8/layout/list1"/>
    <dgm:cxn modelId="{24B25B3F-144E-4C90-9CD4-13B2C9AC2671}" type="presParOf" srcId="{0A607175-3CEE-4376-97EA-07A3C8DDF2EB}" destId="{E7964D66-9B10-4450-8F6B-AFE9C01F7780}" srcOrd="0" destOrd="0" presId="urn:microsoft.com/office/officeart/2005/8/layout/list1"/>
    <dgm:cxn modelId="{A03CD847-DC9E-43B1-AB58-B62C52C6B3E4}" type="presParOf" srcId="{E7964D66-9B10-4450-8F6B-AFE9C01F7780}" destId="{243031F3-B4AC-478E-BB4F-9894F0BC4E9B}" srcOrd="0" destOrd="0" presId="urn:microsoft.com/office/officeart/2005/8/layout/list1"/>
    <dgm:cxn modelId="{E89B65DE-5545-4FB7-98E6-05837C05F1AD}" type="presParOf" srcId="{E7964D66-9B10-4450-8F6B-AFE9C01F7780}" destId="{26892784-7002-4257-9E31-CBC489ED85D6}" srcOrd="1" destOrd="0" presId="urn:microsoft.com/office/officeart/2005/8/layout/list1"/>
    <dgm:cxn modelId="{7EF5F359-80CD-4E0A-AF92-3E2189811E95}" type="presParOf" srcId="{0A607175-3CEE-4376-97EA-07A3C8DDF2EB}" destId="{ED516DB1-DB93-4CDB-904D-9684EEF78ECA}" srcOrd="1" destOrd="0" presId="urn:microsoft.com/office/officeart/2005/8/layout/list1"/>
    <dgm:cxn modelId="{B6EE0A06-F9FB-4BBB-979A-EC476A60E090}" type="presParOf" srcId="{0A607175-3CEE-4376-97EA-07A3C8DDF2EB}" destId="{618A5C02-0B35-4DD1-95A4-835D01849FCD}" srcOrd="2" destOrd="0" presId="urn:microsoft.com/office/officeart/2005/8/layout/list1"/>
    <dgm:cxn modelId="{C1112B04-0C72-49FA-B667-E309AE7EB478}" type="presParOf" srcId="{0A607175-3CEE-4376-97EA-07A3C8DDF2EB}" destId="{5122D171-388A-444F-B12F-B2340781D51B}" srcOrd="3" destOrd="0" presId="urn:microsoft.com/office/officeart/2005/8/layout/list1"/>
    <dgm:cxn modelId="{629C4EF7-7A14-4256-AE64-586FB9B9E8A9}" type="presParOf" srcId="{0A607175-3CEE-4376-97EA-07A3C8DDF2EB}" destId="{F3F616EC-1EAF-49CF-9C38-010DCC7385FC}" srcOrd="4" destOrd="0" presId="urn:microsoft.com/office/officeart/2005/8/layout/list1"/>
    <dgm:cxn modelId="{F1B13D2D-E985-484C-B3EF-99F529ABF68A}" type="presParOf" srcId="{F3F616EC-1EAF-49CF-9C38-010DCC7385FC}" destId="{3ED40A54-07F7-41EA-A032-4C911A96356E}" srcOrd="0" destOrd="0" presId="urn:microsoft.com/office/officeart/2005/8/layout/list1"/>
    <dgm:cxn modelId="{42BF3E1F-F797-4162-8E89-A61D3594E490}" type="presParOf" srcId="{F3F616EC-1EAF-49CF-9C38-010DCC7385FC}" destId="{F514E130-96C4-4430-A105-E51D9D5A839B}" srcOrd="1" destOrd="0" presId="urn:microsoft.com/office/officeart/2005/8/layout/list1"/>
    <dgm:cxn modelId="{C03C5E7D-4165-4F67-B9F4-AE5EC66B0E7F}" type="presParOf" srcId="{0A607175-3CEE-4376-97EA-07A3C8DDF2EB}" destId="{9D1EB218-B3EA-4451-819B-B7FB5C10C36A}" srcOrd="5" destOrd="0" presId="urn:microsoft.com/office/officeart/2005/8/layout/list1"/>
    <dgm:cxn modelId="{1A92E85E-0E74-4094-B8E9-50095DD21D24}" type="presParOf" srcId="{0A607175-3CEE-4376-97EA-07A3C8DDF2EB}" destId="{743F1D8B-27FA-4977-B41D-55171240EE3A}" srcOrd="6" destOrd="0" presId="urn:microsoft.com/office/officeart/2005/8/layout/list1"/>
    <dgm:cxn modelId="{2D607808-5C7C-4945-865C-649AF89FF708}" type="presParOf" srcId="{0A607175-3CEE-4376-97EA-07A3C8DDF2EB}" destId="{F6643A72-B4DA-4C88-BC92-0D547D41E2BD}" srcOrd="7" destOrd="0" presId="urn:microsoft.com/office/officeart/2005/8/layout/list1"/>
    <dgm:cxn modelId="{926248A3-0FB3-4597-97E1-2B338DF94F36}" type="presParOf" srcId="{0A607175-3CEE-4376-97EA-07A3C8DDF2EB}" destId="{B15FA991-938F-4C3C-BADC-B5E4B3431CD5}" srcOrd="8" destOrd="0" presId="urn:microsoft.com/office/officeart/2005/8/layout/list1"/>
    <dgm:cxn modelId="{82E68EF2-43C4-4351-92A8-7E13252B1794}" type="presParOf" srcId="{B15FA991-938F-4C3C-BADC-B5E4B3431CD5}" destId="{0E55C025-DA4C-4411-A49C-0D180794EEAE}" srcOrd="0" destOrd="0" presId="urn:microsoft.com/office/officeart/2005/8/layout/list1"/>
    <dgm:cxn modelId="{84BAD675-52AA-4D93-9C7C-7BC73FDE886E}" type="presParOf" srcId="{B15FA991-938F-4C3C-BADC-B5E4B3431CD5}" destId="{E0F6D173-9270-4E46-B988-7D39AFB5450E}" srcOrd="1" destOrd="0" presId="urn:microsoft.com/office/officeart/2005/8/layout/list1"/>
    <dgm:cxn modelId="{A3FB72B4-9EAF-4E1A-99A9-40DB7E49DE9B}" type="presParOf" srcId="{0A607175-3CEE-4376-97EA-07A3C8DDF2EB}" destId="{C8FD307B-FC48-43F0-8AAB-A4356C786463}" srcOrd="9" destOrd="0" presId="urn:microsoft.com/office/officeart/2005/8/layout/list1"/>
    <dgm:cxn modelId="{087B1988-3003-42CB-970D-0A5B08BF5755}" type="presParOf" srcId="{0A607175-3CEE-4376-97EA-07A3C8DDF2EB}" destId="{ABF74F36-4CCA-4F67-B34F-D1F0665DF691}" srcOrd="10" destOrd="0" presId="urn:microsoft.com/office/officeart/2005/8/layout/list1"/>
    <dgm:cxn modelId="{FBE6F42D-C5BC-4EDB-B763-75B7DAF662EC}" type="presParOf" srcId="{0A607175-3CEE-4376-97EA-07A3C8DDF2EB}" destId="{5EC66477-0B52-4867-8A64-4FC303BA9002}" srcOrd="11" destOrd="0" presId="urn:microsoft.com/office/officeart/2005/8/layout/list1"/>
    <dgm:cxn modelId="{A2F73AD9-D12E-40FE-9C64-69D4E4E6DC53}" type="presParOf" srcId="{0A607175-3CEE-4376-97EA-07A3C8DDF2EB}" destId="{58FEAEAD-D903-44FA-8D11-E0EBAEA34124}" srcOrd="12" destOrd="0" presId="urn:microsoft.com/office/officeart/2005/8/layout/list1"/>
    <dgm:cxn modelId="{978DA5B8-E6F2-449C-BF4A-7973410FFE37}" type="presParOf" srcId="{58FEAEAD-D903-44FA-8D11-E0EBAEA34124}" destId="{A5C542E3-73E9-489D-92F3-7D2525EDA7DE}" srcOrd="0" destOrd="0" presId="urn:microsoft.com/office/officeart/2005/8/layout/list1"/>
    <dgm:cxn modelId="{28A26FA0-6204-453F-AE73-38283448BC83}" type="presParOf" srcId="{58FEAEAD-D903-44FA-8D11-E0EBAEA34124}" destId="{094CC5AE-943F-4225-AEAA-E25F2D057244}" srcOrd="1" destOrd="0" presId="urn:microsoft.com/office/officeart/2005/8/layout/list1"/>
    <dgm:cxn modelId="{A2773814-2F18-476B-A411-5650B64222D8}" type="presParOf" srcId="{0A607175-3CEE-4376-97EA-07A3C8DDF2EB}" destId="{22F50439-9AB4-4FC3-AF39-B91CD60A21E9}" srcOrd="13" destOrd="0" presId="urn:microsoft.com/office/officeart/2005/8/layout/list1"/>
    <dgm:cxn modelId="{B895A53B-7C98-49DC-92F2-9165CE26CEA1}" type="presParOf" srcId="{0A607175-3CEE-4376-97EA-07A3C8DDF2EB}" destId="{D483C41D-46F5-4E3E-8FD9-7F423EF86EF0}" srcOrd="14" destOrd="0" presId="urn:microsoft.com/office/officeart/2005/8/layout/list1"/>
    <dgm:cxn modelId="{B15E7F9A-5A3B-414B-9601-560258F41A55}" type="presParOf" srcId="{0A607175-3CEE-4376-97EA-07A3C8DDF2EB}" destId="{D98F484E-5F12-40CF-9876-227AF6C72B6F}" srcOrd="15" destOrd="0" presId="urn:microsoft.com/office/officeart/2005/8/layout/list1"/>
    <dgm:cxn modelId="{F4DC98C1-7F0F-4A79-8452-BC080DF46EB2}" type="presParOf" srcId="{0A607175-3CEE-4376-97EA-07A3C8DDF2EB}" destId="{A407B6FE-976B-4E07-BF49-8B1D9F66A642}" srcOrd="16" destOrd="0" presId="urn:microsoft.com/office/officeart/2005/8/layout/list1"/>
    <dgm:cxn modelId="{7653BD17-78DE-4BD5-B5C6-FA45767FADAE}" type="presParOf" srcId="{A407B6FE-976B-4E07-BF49-8B1D9F66A642}" destId="{C31B5DF0-87B0-4DE2-814E-9198DCF92E58}" srcOrd="0" destOrd="0" presId="urn:microsoft.com/office/officeart/2005/8/layout/list1"/>
    <dgm:cxn modelId="{A6B98382-5C54-4963-A65A-63914B005457}" type="presParOf" srcId="{A407B6FE-976B-4E07-BF49-8B1D9F66A642}" destId="{A5D93A20-43DD-4A05-ACD2-416AF8952D20}" srcOrd="1" destOrd="0" presId="urn:microsoft.com/office/officeart/2005/8/layout/list1"/>
    <dgm:cxn modelId="{6791E5FC-3B11-421C-9C69-0E959D36E65D}" type="presParOf" srcId="{0A607175-3CEE-4376-97EA-07A3C8DDF2EB}" destId="{2F9BB2E3-26DD-4990-8EE7-5E0BC7BA54CB}" srcOrd="17" destOrd="0" presId="urn:microsoft.com/office/officeart/2005/8/layout/list1"/>
    <dgm:cxn modelId="{F0D50E3A-3F79-4960-8F83-357034186F76}" type="presParOf" srcId="{0A607175-3CEE-4376-97EA-07A3C8DDF2EB}" destId="{02F5D407-66C1-47D8-B848-D2799DDC5435}" srcOrd="18" destOrd="0" presId="urn:microsoft.com/office/officeart/2005/8/layout/list1"/>
    <dgm:cxn modelId="{8F958F28-C0B8-492F-9380-45279DC800EF}" type="presParOf" srcId="{0A607175-3CEE-4376-97EA-07A3C8DDF2EB}" destId="{8BE6B4E0-CC16-4E1B-8F90-6F7C657F999A}" srcOrd="19" destOrd="0" presId="urn:microsoft.com/office/officeart/2005/8/layout/list1"/>
    <dgm:cxn modelId="{54D7C485-1907-4514-AE0A-BB682236C2BC}" type="presParOf" srcId="{0A607175-3CEE-4376-97EA-07A3C8DDF2EB}" destId="{0B82C250-2B3D-43D0-B29B-CD8095125EEE}" srcOrd="20" destOrd="0" presId="urn:microsoft.com/office/officeart/2005/8/layout/list1"/>
    <dgm:cxn modelId="{B4C9AA03-569D-4C65-BB0D-57BDEF2C3284}" type="presParOf" srcId="{0B82C250-2B3D-43D0-B29B-CD8095125EEE}" destId="{C856E748-107E-493D-8F33-806EA2415097}" srcOrd="0" destOrd="0" presId="urn:microsoft.com/office/officeart/2005/8/layout/list1"/>
    <dgm:cxn modelId="{EBA8C93A-B3BC-488B-93F2-33D71826B2E1}" type="presParOf" srcId="{0B82C250-2B3D-43D0-B29B-CD8095125EEE}" destId="{760B1638-663D-4BFA-8DA6-F7CC6758973B}" srcOrd="1" destOrd="0" presId="urn:microsoft.com/office/officeart/2005/8/layout/list1"/>
    <dgm:cxn modelId="{93B9DF6E-1D72-4230-B2AE-C446AD97AA50}" type="presParOf" srcId="{0A607175-3CEE-4376-97EA-07A3C8DDF2EB}" destId="{573F0EB8-CA6B-411B-8694-B1C175743E79}" srcOrd="21" destOrd="0" presId="urn:microsoft.com/office/officeart/2005/8/layout/list1"/>
    <dgm:cxn modelId="{4BB5E198-6E35-4698-8031-0F7AFEFA8690}" type="presParOf" srcId="{0A607175-3CEE-4376-97EA-07A3C8DDF2EB}" destId="{5A174C07-6F70-4727-8941-07634B2DA785}" srcOrd="22" destOrd="0" presId="urn:microsoft.com/office/officeart/2005/8/layout/list1"/>
    <dgm:cxn modelId="{3765A9B7-2A5B-44AF-8CBF-337E34C8B724}" type="presParOf" srcId="{0A607175-3CEE-4376-97EA-07A3C8DDF2EB}" destId="{78686D42-AF4A-4DC7-9DD1-A687B6945E07}" srcOrd="23" destOrd="0" presId="urn:microsoft.com/office/officeart/2005/8/layout/list1"/>
    <dgm:cxn modelId="{03ADE763-DF0B-40B2-A2F6-F5E09A6A9768}" type="presParOf" srcId="{0A607175-3CEE-4376-97EA-07A3C8DDF2EB}" destId="{EA9AA9EC-5CCE-4581-A68A-267570B8B9D0}" srcOrd="24" destOrd="0" presId="urn:microsoft.com/office/officeart/2005/8/layout/list1"/>
    <dgm:cxn modelId="{6CD9F513-BA6E-45ED-96C6-F808EB49FDFE}" type="presParOf" srcId="{EA9AA9EC-5CCE-4581-A68A-267570B8B9D0}" destId="{63A55E1F-7735-4830-B822-9E80B51BBF1A}" srcOrd="0" destOrd="0" presId="urn:microsoft.com/office/officeart/2005/8/layout/list1"/>
    <dgm:cxn modelId="{874A841D-239F-41A8-A9F3-9CB554C47BE8}" type="presParOf" srcId="{EA9AA9EC-5CCE-4581-A68A-267570B8B9D0}" destId="{D3148DDE-F34B-466A-A570-AE94F31BB62C}" srcOrd="1" destOrd="0" presId="urn:microsoft.com/office/officeart/2005/8/layout/list1"/>
    <dgm:cxn modelId="{70FCAE86-386B-4D8C-92F1-3EDB3B3A5245}" type="presParOf" srcId="{0A607175-3CEE-4376-97EA-07A3C8DDF2EB}" destId="{AC31E1CC-124E-43F5-80AF-5D9EBDB7CC27}" srcOrd="25" destOrd="0" presId="urn:microsoft.com/office/officeart/2005/8/layout/list1"/>
    <dgm:cxn modelId="{836CFEF3-3279-416C-90F3-4130D2FBF2CE}" type="presParOf" srcId="{0A607175-3CEE-4376-97EA-07A3C8DDF2EB}" destId="{EF6349A4-2076-414A-8E43-02897FE4D1D6}" srcOrd="2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11EEC7D5-A816-4D0C-9584-9FA6C0A4023A}"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en-US"/>
        </a:p>
      </dgm:t>
    </dgm:pt>
    <dgm:pt modelId="{63E31635-08F9-47F7-9187-ADD5401E7D6F}" type="pres">
      <dgm:prSet presAssocID="{11EEC7D5-A816-4D0C-9584-9FA6C0A4023A}" presName="Name0" presStyleCnt="0">
        <dgm:presLayoutVars>
          <dgm:dir/>
          <dgm:animLvl val="lvl"/>
          <dgm:resizeHandles val="exact"/>
        </dgm:presLayoutVars>
      </dgm:prSet>
      <dgm:spPr/>
    </dgm:pt>
  </dgm:ptLst>
  <dgm:cxnLst>
    <dgm:cxn modelId="{7FFD5D7F-E898-49EC-8669-3CAD79A2216C}" type="presOf" srcId="{11EEC7D5-A816-4D0C-9584-9FA6C0A4023A}" destId="{63E31635-08F9-47F7-9187-ADD5401E7D6F}" srcOrd="0"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F674EC0-231B-423A-AD4A-D13F4444BC6F}"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US"/>
        </a:p>
      </dgm:t>
    </dgm:pt>
    <dgm:pt modelId="{212B006B-0782-4C0E-B522-193EEAB40091}">
      <dgm:prSet phldrT="[Text]">
        <dgm:style>
          <a:lnRef idx="2">
            <a:schemeClr val="accent1"/>
          </a:lnRef>
          <a:fillRef idx="1">
            <a:schemeClr val="lt1"/>
          </a:fillRef>
          <a:effectRef idx="0">
            <a:schemeClr val="accent1"/>
          </a:effectRef>
          <a:fontRef idx="minor">
            <a:schemeClr val="dk1"/>
          </a:fontRef>
        </dgm:style>
      </dgm:prSet>
      <dgm:spPr>
        <a:noFill/>
      </dgm:spPr>
      <dgm:t>
        <a:bodyPr/>
        <a:lstStyle/>
        <a:p>
          <a:r>
            <a:rPr lang="en-US" dirty="0">
              <a:ln>
                <a:solidFill>
                  <a:schemeClr val="accent1">
                    <a:lumMod val="75000"/>
                  </a:schemeClr>
                </a:solidFill>
              </a:ln>
            </a:rPr>
            <a:t> </a:t>
          </a:r>
        </a:p>
      </dgm:t>
    </dgm:pt>
    <dgm:pt modelId="{7F43637E-25EB-4C61-98A9-62C359CEC35A}" type="parTrans" cxnId="{2AA1E9FF-F5F0-45B1-8AA2-AD3E17410867}">
      <dgm:prSet/>
      <dgm:spPr/>
      <dgm:t>
        <a:bodyPr/>
        <a:lstStyle/>
        <a:p>
          <a:endParaRPr lang="en-US"/>
        </a:p>
      </dgm:t>
    </dgm:pt>
    <dgm:pt modelId="{D7813749-3B22-4B20-B91E-7F59065D571C}" type="sibTrans" cxnId="{2AA1E9FF-F5F0-45B1-8AA2-AD3E17410867}">
      <dgm:prSet/>
      <dgm:spPr/>
      <dgm:t>
        <a:bodyPr/>
        <a:lstStyle/>
        <a:p>
          <a:endParaRPr lang="en-US"/>
        </a:p>
      </dgm:t>
    </dgm:pt>
    <dgm:pt modelId="{FA0D016F-C73F-42F9-8FBF-6F3179E9ABC0}">
      <dgm:prSet phldrT="[Text]">
        <dgm:style>
          <a:lnRef idx="2">
            <a:schemeClr val="accent1"/>
          </a:lnRef>
          <a:fillRef idx="1">
            <a:schemeClr val="lt1"/>
          </a:fillRef>
          <a:effectRef idx="0">
            <a:schemeClr val="accent1"/>
          </a:effectRef>
          <a:fontRef idx="minor">
            <a:schemeClr val="dk1"/>
          </a:fontRef>
        </dgm:style>
      </dgm:prSet>
      <dgm:spPr>
        <a:noFill/>
      </dgm:spPr>
      <dgm:t>
        <a:bodyPr/>
        <a:lstStyle/>
        <a:p>
          <a:r>
            <a:rPr lang="en-US" dirty="0"/>
            <a:t> </a:t>
          </a:r>
        </a:p>
      </dgm:t>
    </dgm:pt>
    <dgm:pt modelId="{F31E20D3-571B-4E84-96FF-8EE116764C74}" type="parTrans" cxnId="{CA7C0564-BB88-4D9C-990E-D9A4B5BBDB54}">
      <dgm:prSet/>
      <dgm:spPr/>
      <dgm:t>
        <a:bodyPr/>
        <a:lstStyle/>
        <a:p>
          <a:endParaRPr lang="en-US"/>
        </a:p>
      </dgm:t>
    </dgm:pt>
    <dgm:pt modelId="{4B26DC9D-3BC1-41B2-A736-8430CF145339}" type="sibTrans" cxnId="{CA7C0564-BB88-4D9C-990E-D9A4B5BBDB54}">
      <dgm:prSet/>
      <dgm:spPr/>
      <dgm:t>
        <a:bodyPr/>
        <a:lstStyle/>
        <a:p>
          <a:endParaRPr lang="en-US"/>
        </a:p>
      </dgm:t>
    </dgm:pt>
    <dgm:pt modelId="{27E69066-71A9-44F9-9D52-4FB229ACBDDE}">
      <dgm:prSet phldrT="[Text]" phldr="1">
        <dgm:style>
          <a:lnRef idx="2">
            <a:schemeClr val="accent1"/>
          </a:lnRef>
          <a:fillRef idx="1">
            <a:schemeClr val="lt1"/>
          </a:fillRef>
          <a:effectRef idx="0">
            <a:schemeClr val="accent1"/>
          </a:effectRef>
          <a:fontRef idx="minor">
            <a:schemeClr val="dk1"/>
          </a:fontRef>
        </dgm:style>
      </dgm:prSet>
      <dgm:spPr>
        <a:noFill/>
      </dgm:spPr>
      <dgm:t>
        <a:bodyPr/>
        <a:lstStyle/>
        <a:p>
          <a:endParaRPr lang="en-US">
            <a:noFill/>
          </a:endParaRPr>
        </a:p>
      </dgm:t>
    </dgm:pt>
    <dgm:pt modelId="{EEC441D5-1EE4-47E5-8E95-5C574BF8F662}" type="parTrans" cxnId="{79E0919A-FE87-4C14-B0B3-A246EC7939C8}">
      <dgm:prSet/>
      <dgm:spPr/>
      <dgm:t>
        <a:bodyPr/>
        <a:lstStyle/>
        <a:p>
          <a:endParaRPr lang="en-US"/>
        </a:p>
      </dgm:t>
    </dgm:pt>
    <dgm:pt modelId="{A886B08A-3D77-4E5E-A35C-54101208E0E8}" type="sibTrans" cxnId="{79E0919A-FE87-4C14-B0B3-A246EC7939C8}">
      <dgm:prSet/>
      <dgm:spPr/>
      <dgm:t>
        <a:bodyPr/>
        <a:lstStyle/>
        <a:p>
          <a:endParaRPr lang="en-US"/>
        </a:p>
      </dgm:t>
    </dgm:pt>
    <dgm:pt modelId="{57C00978-07A4-4C0C-9BC1-E57D22154E8B}" type="pres">
      <dgm:prSet presAssocID="{3F674EC0-231B-423A-AD4A-D13F4444BC6F}" presName="Name0" presStyleCnt="0">
        <dgm:presLayoutVars>
          <dgm:chMax val="7"/>
          <dgm:chPref val="7"/>
          <dgm:dir/>
        </dgm:presLayoutVars>
      </dgm:prSet>
      <dgm:spPr/>
    </dgm:pt>
    <dgm:pt modelId="{79B1A67C-EBE2-4372-85D6-C374ED6361DC}" type="pres">
      <dgm:prSet presAssocID="{3F674EC0-231B-423A-AD4A-D13F4444BC6F}" presName="Name1" presStyleCnt="0"/>
      <dgm:spPr/>
    </dgm:pt>
    <dgm:pt modelId="{EBF76171-0DBD-4BFD-B012-DA27E72EB797}" type="pres">
      <dgm:prSet presAssocID="{3F674EC0-231B-423A-AD4A-D13F4444BC6F}" presName="cycle" presStyleCnt="0"/>
      <dgm:spPr/>
    </dgm:pt>
    <dgm:pt modelId="{887B083F-8A0E-46BF-8F5E-051582BC5354}" type="pres">
      <dgm:prSet presAssocID="{3F674EC0-231B-423A-AD4A-D13F4444BC6F}" presName="srcNode" presStyleLbl="node1" presStyleIdx="0" presStyleCnt="3"/>
      <dgm:spPr/>
    </dgm:pt>
    <dgm:pt modelId="{828B5F2D-663A-4B60-A663-2374300875BA}" type="pres">
      <dgm:prSet presAssocID="{3F674EC0-231B-423A-AD4A-D13F4444BC6F}" presName="conn" presStyleLbl="parChTrans1D2" presStyleIdx="0" presStyleCnt="1"/>
      <dgm:spPr/>
    </dgm:pt>
    <dgm:pt modelId="{68B9044B-1026-4E09-B756-B3B7CAC3AD44}" type="pres">
      <dgm:prSet presAssocID="{3F674EC0-231B-423A-AD4A-D13F4444BC6F}" presName="extraNode" presStyleLbl="node1" presStyleIdx="0" presStyleCnt="3"/>
      <dgm:spPr/>
    </dgm:pt>
    <dgm:pt modelId="{48E778D9-A950-4994-9AA6-B7F1603907B4}" type="pres">
      <dgm:prSet presAssocID="{3F674EC0-231B-423A-AD4A-D13F4444BC6F}" presName="dstNode" presStyleLbl="node1" presStyleIdx="0" presStyleCnt="3"/>
      <dgm:spPr/>
    </dgm:pt>
    <dgm:pt modelId="{7F81D521-D70B-44CC-BF5E-EAFA372D279A}" type="pres">
      <dgm:prSet presAssocID="{212B006B-0782-4C0E-B522-193EEAB40091}" presName="text_1" presStyleLbl="node1" presStyleIdx="0" presStyleCnt="3">
        <dgm:presLayoutVars>
          <dgm:bulletEnabled val="1"/>
        </dgm:presLayoutVars>
      </dgm:prSet>
      <dgm:spPr/>
    </dgm:pt>
    <dgm:pt modelId="{9FA40DC5-BE56-4BD6-96BB-70C4DAF06060}" type="pres">
      <dgm:prSet presAssocID="{212B006B-0782-4C0E-B522-193EEAB40091}" presName="accent_1" presStyleCnt="0"/>
      <dgm:spPr/>
    </dgm:pt>
    <dgm:pt modelId="{10662659-8EFD-4CE8-BEFA-2FA90235E4D4}" type="pres">
      <dgm:prSet presAssocID="{212B006B-0782-4C0E-B522-193EEAB40091}" presName="accentRepeatNode" presStyleLbl="solidFgAcc1" presStyleIdx="0" presStyleCnt="3"/>
      <dgm:spPr>
        <a:solidFill>
          <a:schemeClr val="tx2">
            <a:lumMod val="75000"/>
            <a:lumOff val="25000"/>
          </a:schemeClr>
        </a:solidFill>
      </dgm:spPr>
    </dgm:pt>
    <dgm:pt modelId="{CA7835B6-8CAF-41CD-8A69-3C56CB2B4640}" type="pres">
      <dgm:prSet presAssocID="{FA0D016F-C73F-42F9-8FBF-6F3179E9ABC0}" presName="text_2" presStyleLbl="node1" presStyleIdx="1" presStyleCnt="3">
        <dgm:presLayoutVars>
          <dgm:bulletEnabled val="1"/>
        </dgm:presLayoutVars>
      </dgm:prSet>
      <dgm:spPr/>
    </dgm:pt>
    <dgm:pt modelId="{60730227-CB37-4DAB-AFE9-0DAD00179176}" type="pres">
      <dgm:prSet presAssocID="{FA0D016F-C73F-42F9-8FBF-6F3179E9ABC0}" presName="accent_2" presStyleCnt="0"/>
      <dgm:spPr/>
    </dgm:pt>
    <dgm:pt modelId="{0EC2D29C-E4A4-4C36-B929-B833E280A7D9}" type="pres">
      <dgm:prSet presAssocID="{FA0D016F-C73F-42F9-8FBF-6F3179E9ABC0}" presName="accentRepeatNode" presStyleLbl="solidFgAcc1" presStyleIdx="1" presStyleCnt="3"/>
      <dgm:spPr>
        <a:solidFill>
          <a:schemeClr val="tx2">
            <a:lumMod val="75000"/>
            <a:lumOff val="25000"/>
          </a:schemeClr>
        </a:solidFill>
      </dgm:spPr>
    </dgm:pt>
    <dgm:pt modelId="{25024A12-7527-47A7-B059-75332DB07AAA}" type="pres">
      <dgm:prSet presAssocID="{27E69066-71A9-44F9-9D52-4FB229ACBDDE}" presName="text_3" presStyleLbl="node1" presStyleIdx="2" presStyleCnt="3">
        <dgm:presLayoutVars>
          <dgm:bulletEnabled val="1"/>
        </dgm:presLayoutVars>
      </dgm:prSet>
      <dgm:spPr/>
    </dgm:pt>
    <dgm:pt modelId="{A6E109D4-2CD7-4540-9443-A16F180C8A09}" type="pres">
      <dgm:prSet presAssocID="{27E69066-71A9-44F9-9D52-4FB229ACBDDE}" presName="accent_3" presStyleCnt="0"/>
      <dgm:spPr/>
    </dgm:pt>
    <dgm:pt modelId="{274F7DB4-683C-4586-A9EB-3FE7C714E830}" type="pres">
      <dgm:prSet presAssocID="{27E69066-71A9-44F9-9D52-4FB229ACBDDE}" presName="accentRepeatNode" presStyleLbl="solidFgAcc1" presStyleIdx="2" presStyleCnt="3"/>
      <dgm:spPr>
        <a:solidFill>
          <a:schemeClr val="tx2">
            <a:lumMod val="75000"/>
            <a:lumOff val="25000"/>
          </a:schemeClr>
        </a:solidFill>
      </dgm:spPr>
    </dgm:pt>
  </dgm:ptLst>
  <dgm:cxnLst>
    <dgm:cxn modelId="{1C4D981F-25F7-446C-BA11-E81D52E40382}" type="presOf" srcId="{D7813749-3B22-4B20-B91E-7F59065D571C}" destId="{828B5F2D-663A-4B60-A663-2374300875BA}" srcOrd="0" destOrd="0" presId="urn:microsoft.com/office/officeart/2008/layout/VerticalCurvedList"/>
    <dgm:cxn modelId="{CA7C0564-BB88-4D9C-990E-D9A4B5BBDB54}" srcId="{3F674EC0-231B-423A-AD4A-D13F4444BC6F}" destId="{FA0D016F-C73F-42F9-8FBF-6F3179E9ABC0}" srcOrd="1" destOrd="0" parTransId="{F31E20D3-571B-4E84-96FF-8EE116764C74}" sibTransId="{4B26DC9D-3BC1-41B2-A736-8430CF145339}"/>
    <dgm:cxn modelId="{EE002C7B-5D4C-48A0-82A9-1F20FC1D73BF}" type="presOf" srcId="{27E69066-71A9-44F9-9D52-4FB229ACBDDE}" destId="{25024A12-7527-47A7-B059-75332DB07AAA}" srcOrd="0" destOrd="0" presId="urn:microsoft.com/office/officeart/2008/layout/VerticalCurvedList"/>
    <dgm:cxn modelId="{74563A7E-9CAE-4F2E-B025-5D8DA860F371}" type="presOf" srcId="{FA0D016F-C73F-42F9-8FBF-6F3179E9ABC0}" destId="{CA7835B6-8CAF-41CD-8A69-3C56CB2B4640}" srcOrd="0" destOrd="0" presId="urn:microsoft.com/office/officeart/2008/layout/VerticalCurvedList"/>
    <dgm:cxn modelId="{DFF90883-802E-436E-92FF-6B08F4F6EE71}" type="presOf" srcId="{212B006B-0782-4C0E-B522-193EEAB40091}" destId="{7F81D521-D70B-44CC-BF5E-EAFA372D279A}" srcOrd="0" destOrd="0" presId="urn:microsoft.com/office/officeart/2008/layout/VerticalCurvedList"/>
    <dgm:cxn modelId="{79E0919A-FE87-4C14-B0B3-A246EC7939C8}" srcId="{3F674EC0-231B-423A-AD4A-D13F4444BC6F}" destId="{27E69066-71A9-44F9-9D52-4FB229ACBDDE}" srcOrd="2" destOrd="0" parTransId="{EEC441D5-1EE4-47E5-8E95-5C574BF8F662}" sibTransId="{A886B08A-3D77-4E5E-A35C-54101208E0E8}"/>
    <dgm:cxn modelId="{A4A52ABC-BE45-42F1-A505-FF7027EC7C31}" type="presOf" srcId="{3F674EC0-231B-423A-AD4A-D13F4444BC6F}" destId="{57C00978-07A4-4C0C-9BC1-E57D22154E8B}" srcOrd="0" destOrd="0" presId="urn:microsoft.com/office/officeart/2008/layout/VerticalCurvedList"/>
    <dgm:cxn modelId="{2AA1E9FF-F5F0-45B1-8AA2-AD3E17410867}" srcId="{3F674EC0-231B-423A-AD4A-D13F4444BC6F}" destId="{212B006B-0782-4C0E-B522-193EEAB40091}" srcOrd="0" destOrd="0" parTransId="{7F43637E-25EB-4C61-98A9-62C359CEC35A}" sibTransId="{D7813749-3B22-4B20-B91E-7F59065D571C}"/>
    <dgm:cxn modelId="{C8756E88-F25F-4003-A4D6-D710D740332E}" type="presParOf" srcId="{57C00978-07A4-4C0C-9BC1-E57D22154E8B}" destId="{79B1A67C-EBE2-4372-85D6-C374ED6361DC}" srcOrd="0" destOrd="0" presId="urn:microsoft.com/office/officeart/2008/layout/VerticalCurvedList"/>
    <dgm:cxn modelId="{76202AE0-8CB6-4502-B4FD-EFB07F6BA425}" type="presParOf" srcId="{79B1A67C-EBE2-4372-85D6-C374ED6361DC}" destId="{EBF76171-0DBD-4BFD-B012-DA27E72EB797}" srcOrd="0" destOrd="0" presId="urn:microsoft.com/office/officeart/2008/layout/VerticalCurvedList"/>
    <dgm:cxn modelId="{E1D05F90-9E0C-4C28-93BB-0A58482DC9B8}" type="presParOf" srcId="{EBF76171-0DBD-4BFD-B012-DA27E72EB797}" destId="{887B083F-8A0E-46BF-8F5E-051582BC5354}" srcOrd="0" destOrd="0" presId="urn:microsoft.com/office/officeart/2008/layout/VerticalCurvedList"/>
    <dgm:cxn modelId="{44746928-CFC0-45D8-B770-E18FDE0F276B}" type="presParOf" srcId="{EBF76171-0DBD-4BFD-B012-DA27E72EB797}" destId="{828B5F2D-663A-4B60-A663-2374300875BA}" srcOrd="1" destOrd="0" presId="urn:microsoft.com/office/officeart/2008/layout/VerticalCurvedList"/>
    <dgm:cxn modelId="{7FEEA8FF-C69D-4701-9AD3-AD02B7742A23}" type="presParOf" srcId="{EBF76171-0DBD-4BFD-B012-DA27E72EB797}" destId="{68B9044B-1026-4E09-B756-B3B7CAC3AD44}" srcOrd="2" destOrd="0" presId="urn:microsoft.com/office/officeart/2008/layout/VerticalCurvedList"/>
    <dgm:cxn modelId="{8184B211-FDD7-4767-BAB4-162A86E5112A}" type="presParOf" srcId="{EBF76171-0DBD-4BFD-B012-DA27E72EB797}" destId="{48E778D9-A950-4994-9AA6-B7F1603907B4}" srcOrd="3" destOrd="0" presId="urn:microsoft.com/office/officeart/2008/layout/VerticalCurvedList"/>
    <dgm:cxn modelId="{D7120B7F-84C1-4CC0-872E-431929E7EBC1}" type="presParOf" srcId="{79B1A67C-EBE2-4372-85D6-C374ED6361DC}" destId="{7F81D521-D70B-44CC-BF5E-EAFA372D279A}" srcOrd="1" destOrd="0" presId="urn:microsoft.com/office/officeart/2008/layout/VerticalCurvedList"/>
    <dgm:cxn modelId="{76345334-638D-46B7-91F3-A0DD8B8C25FE}" type="presParOf" srcId="{79B1A67C-EBE2-4372-85D6-C374ED6361DC}" destId="{9FA40DC5-BE56-4BD6-96BB-70C4DAF06060}" srcOrd="2" destOrd="0" presId="urn:microsoft.com/office/officeart/2008/layout/VerticalCurvedList"/>
    <dgm:cxn modelId="{8919017A-74F4-4F92-BCA4-F76D8DFEB21E}" type="presParOf" srcId="{9FA40DC5-BE56-4BD6-96BB-70C4DAF06060}" destId="{10662659-8EFD-4CE8-BEFA-2FA90235E4D4}" srcOrd="0" destOrd="0" presId="urn:microsoft.com/office/officeart/2008/layout/VerticalCurvedList"/>
    <dgm:cxn modelId="{51A4B47E-0518-45B6-BC6E-1826853CCA26}" type="presParOf" srcId="{79B1A67C-EBE2-4372-85D6-C374ED6361DC}" destId="{CA7835B6-8CAF-41CD-8A69-3C56CB2B4640}" srcOrd="3" destOrd="0" presId="urn:microsoft.com/office/officeart/2008/layout/VerticalCurvedList"/>
    <dgm:cxn modelId="{A4202809-6B89-4032-B250-D6A1B24513D4}" type="presParOf" srcId="{79B1A67C-EBE2-4372-85D6-C374ED6361DC}" destId="{60730227-CB37-4DAB-AFE9-0DAD00179176}" srcOrd="4" destOrd="0" presId="urn:microsoft.com/office/officeart/2008/layout/VerticalCurvedList"/>
    <dgm:cxn modelId="{36691202-3899-4824-94D8-C46E90CEE843}" type="presParOf" srcId="{60730227-CB37-4DAB-AFE9-0DAD00179176}" destId="{0EC2D29C-E4A4-4C36-B929-B833E280A7D9}" srcOrd="0" destOrd="0" presId="urn:microsoft.com/office/officeart/2008/layout/VerticalCurvedList"/>
    <dgm:cxn modelId="{76F9CC69-AFCD-40F2-BBB7-08AD7C01DBD5}" type="presParOf" srcId="{79B1A67C-EBE2-4372-85D6-C374ED6361DC}" destId="{25024A12-7527-47A7-B059-75332DB07AAA}" srcOrd="5" destOrd="0" presId="urn:microsoft.com/office/officeart/2008/layout/VerticalCurvedList"/>
    <dgm:cxn modelId="{E536260D-CFA5-4E39-8250-F8FCC53632C2}" type="presParOf" srcId="{79B1A67C-EBE2-4372-85D6-C374ED6361DC}" destId="{A6E109D4-2CD7-4540-9443-A16F180C8A09}" srcOrd="6" destOrd="0" presId="urn:microsoft.com/office/officeart/2008/layout/VerticalCurvedList"/>
    <dgm:cxn modelId="{3AB681B2-F68F-47C3-9872-B052F9C8125D}" type="presParOf" srcId="{A6E109D4-2CD7-4540-9443-A16F180C8A09}" destId="{274F7DB4-683C-4586-A9EB-3FE7C714E830}" srcOrd="0" destOrd="0" presId="urn:microsoft.com/office/officeart/2008/layout/VerticalCurved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62D53C3-46C9-4695-A612-88E5114455E0}" type="doc">
      <dgm:prSet loTypeId="urn:microsoft.com/office/officeart/2005/8/layout/pyramid1" loCatId="pyramid" qsTypeId="urn:microsoft.com/office/officeart/2005/8/quickstyle/simple1" qsCatId="simple" csTypeId="urn:microsoft.com/office/officeart/2005/8/colors/colorful4" csCatId="colorful" phldr="1"/>
      <dgm:spPr/>
    </dgm:pt>
    <dgm:pt modelId="{287BA202-049E-4FD1-A398-9574276BB337}">
      <dgm:prSet phldrT="[Text]"/>
      <dgm:spPr/>
      <dgm:t>
        <a:bodyPr/>
        <a:lstStyle/>
        <a:p>
          <a:pPr algn="ctr"/>
          <a:r>
            <a:rPr lang="en-US" dirty="0"/>
            <a:t> </a:t>
          </a:r>
        </a:p>
      </dgm:t>
    </dgm:pt>
    <dgm:pt modelId="{76671B68-EBFC-46E2-A875-5193B0043A3A}" type="parTrans" cxnId="{7A6B5BCC-94C2-45C9-A04C-EB63DD2FDF52}">
      <dgm:prSet/>
      <dgm:spPr/>
      <dgm:t>
        <a:bodyPr/>
        <a:lstStyle/>
        <a:p>
          <a:endParaRPr lang="en-US"/>
        </a:p>
      </dgm:t>
    </dgm:pt>
    <dgm:pt modelId="{14274834-56F2-4300-B2E0-6AF5350E4DE4}" type="sibTrans" cxnId="{7A6B5BCC-94C2-45C9-A04C-EB63DD2FDF52}">
      <dgm:prSet/>
      <dgm:spPr/>
      <dgm:t>
        <a:bodyPr/>
        <a:lstStyle/>
        <a:p>
          <a:endParaRPr lang="en-US"/>
        </a:p>
      </dgm:t>
    </dgm:pt>
    <dgm:pt modelId="{AB3F23D6-384C-4A9B-8C8E-02FB2E266AAD}">
      <dgm:prSet phldrT="[Text]"/>
      <dgm:spPr/>
      <dgm:t>
        <a:bodyPr/>
        <a:lstStyle/>
        <a:p>
          <a:r>
            <a:rPr lang="en-US" dirty="0"/>
            <a:t> </a:t>
          </a:r>
        </a:p>
      </dgm:t>
    </dgm:pt>
    <dgm:pt modelId="{8300A796-363A-4DD9-A41F-FEA022CB54E3}" type="parTrans" cxnId="{90DA6807-34B7-4121-B09F-8062D3AD4151}">
      <dgm:prSet/>
      <dgm:spPr/>
      <dgm:t>
        <a:bodyPr/>
        <a:lstStyle/>
        <a:p>
          <a:endParaRPr lang="en-US"/>
        </a:p>
      </dgm:t>
    </dgm:pt>
    <dgm:pt modelId="{7DE17D35-9D68-4D0F-B8A7-A2719E9C1EA3}" type="sibTrans" cxnId="{90DA6807-34B7-4121-B09F-8062D3AD4151}">
      <dgm:prSet/>
      <dgm:spPr/>
      <dgm:t>
        <a:bodyPr/>
        <a:lstStyle/>
        <a:p>
          <a:endParaRPr lang="en-US"/>
        </a:p>
      </dgm:t>
    </dgm:pt>
    <dgm:pt modelId="{222C2550-E1D0-4735-A866-5F3C04275965}">
      <dgm:prSet phldrT="[Text]"/>
      <dgm:spPr/>
      <dgm:t>
        <a:bodyPr/>
        <a:lstStyle/>
        <a:p>
          <a:r>
            <a:rPr lang="en-US" dirty="0"/>
            <a:t> </a:t>
          </a:r>
        </a:p>
      </dgm:t>
    </dgm:pt>
    <dgm:pt modelId="{9BF64096-975C-482E-8917-EE0D5A215D49}" type="parTrans" cxnId="{5DF56320-B491-4FFE-9A63-6A63341D590B}">
      <dgm:prSet/>
      <dgm:spPr/>
      <dgm:t>
        <a:bodyPr/>
        <a:lstStyle/>
        <a:p>
          <a:endParaRPr lang="en-US"/>
        </a:p>
      </dgm:t>
    </dgm:pt>
    <dgm:pt modelId="{7F57227E-8FE3-470B-98BD-ECE4BD570A3B}" type="sibTrans" cxnId="{5DF56320-B491-4FFE-9A63-6A63341D590B}">
      <dgm:prSet/>
      <dgm:spPr/>
      <dgm:t>
        <a:bodyPr/>
        <a:lstStyle/>
        <a:p>
          <a:endParaRPr lang="en-US"/>
        </a:p>
      </dgm:t>
    </dgm:pt>
    <dgm:pt modelId="{5C7B6190-30D6-4B29-B466-CF2845B44437}" type="pres">
      <dgm:prSet presAssocID="{D62D53C3-46C9-4695-A612-88E5114455E0}" presName="Name0" presStyleCnt="0">
        <dgm:presLayoutVars>
          <dgm:dir/>
          <dgm:animLvl val="lvl"/>
          <dgm:resizeHandles val="exact"/>
        </dgm:presLayoutVars>
      </dgm:prSet>
      <dgm:spPr/>
    </dgm:pt>
    <dgm:pt modelId="{29B41B40-4F89-490A-87D4-3B3BB1798BED}" type="pres">
      <dgm:prSet presAssocID="{287BA202-049E-4FD1-A398-9574276BB337}" presName="Name8" presStyleCnt="0"/>
      <dgm:spPr/>
    </dgm:pt>
    <dgm:pt modelId="{B588A240-85C1-4CF3-84EB-1326D96C9398}" type="pres">
      <dgm:prSet presAssocID="{287BA202-049E-4FD1-A398-9574276BB337}" presName="level" presStyleLbl="node1" presStyleIdx="0" presStyleCnt="3" custLinFactNeighborX="-376" custLinFactNeighborY="35">
        <dgm:presLayoutVars>
          <dgm:chMax val="1"/>
          <dgm:bulletEnabled val="1"/>
        </dgm:presLayoutVars>
      </dgm:prSet>
      <dgm:spPr/>
    </dgm:pt>
    <dgm:pt modelId="{1A315ACB-A5B5-4287-A5F2-1FD7661003D8}" type="pres">
      <dgm:prSet presAssocID="{287BA202-049E-4FD1-A398-9574276BB337}" presName="levelTx" presStyleLbl="revTx" presStyleIdx="0" presStyleCnt="0">
        <dgm:presLayoutVars>
          <dgm:chMax val="1"/>
          <dgm:bulletEnabled val="1"/>
        </dgm:presLayoutVars>
      </dgm:prSet>
      <dgm:spPr/>
    </dgm:pt>
    <dgm:pt modelId="{0A682FE0-411D-49D2-858D-9EA79AEC1471}" type="pres">
      <dgm:prSet presAssocID="{AB3F23D6-384C-4A9B-8C8E-02FB2E266AAD}" presName="Name8" presStyleCnt="0"/>
      <dgm:spPr/>
    </dgm:pt>
    <dgm:pt modelId="{EC676E4B-C037-41C8-B287-C6EBCB97EFEA}" type="pres">
      <dgm:prSet presAssocID="{AB3F23D6-384C-4A9B-8C8E-02FB2E266AAD}" presName="level" presStyleLbl="node1" presStyleIdx="1" presStyleCnt="3">
        <dgm:presLayoutVars>
          <dgm:chMax val="1"/>
          <dgm:bulletEnabled val="1"/>
        </dgm:presLayoutVars>
      </dgm:prSet>
      <dgm:spPr/>
    </dgm:pt>
    <dgm:pt modelId="{9E96295C-738A-4715-8909-935049352A04}" type="pres">
      <dgm:prSet presAssocID="{AB3F23D6-384C-4A9B-8C8E-02FB2E266AAD}" presName="levelTx" presStyleLbl="revTx" presStyleIdx="0" presStyleCnt="0">
        <dgm:presLayoutVars>
          <dgm:chMax val="1"/>
          <dgm:bulletEnabled val="1"/>
        </dgm:presLayoutVars>
      </dgm:prSet>
      <dgm:spPr/>
    </dgm:pt>
    <dgm:pt modelId="{E100D26B-359B-4E25-9165-CBDD6314D292}" type="pres">
      <dgm:prSet presAssocID="{222C2550-E1D0-4735-A866-5F3C04275965}" presName="Name8" presStyleCnt="0"/>
      <dgm:spPr/>
    </dgm:pt>
    <dgm:pt modelId="{251A51D1-BDDA-4E1C-A68A-75ADF168AEBB}" type="pres">
      <dgm:prSet presAssocID="{222C2550-E1D0-4735-A866-5F3C04275965}" presName="level" presStyleLbl="node1" presStyleIdx="2" presStyleCnt="3" custLinFactNeighborX="1551" custLinFactNeighborY="11294">
        <dgm:presLayoutVars>
          <dgm:chMax val="1"/>
          <dgm:bulletEnabled val="1"/>
        </dgm:presLayoutVars>
      </dgm:prSet>
      <dgm:spPr/>
    </dgm:pt>
    <dgm:pt modelId="{0505A2C7-DD15-4303-9834-732D06D1A5EC}" type="pres">
      <dgm:prSet presAssocID="{222C2550-E1D0-4735-A866-5F3C04275965}" presName="levelTx" presStyleLbl="revTx" presStyleIdx="0" presStyleCnt="0">
        <dgm:presLayoutVars>
          <dgm:chMax val="1"/>
          <dgm:bulletEnabled val="1"/>
        </dgm:presLayoutVars>
      </dgm:prSet>
      <dgm:spPr/>
    </dgm:pt>
  </dgm:ptLst>
  <dgm:cxnLst>
    <dgm:cxn modelId="{90DA6807-34B7-4121-B09F-8062D3AD4151}" srcId="{D62D53C3-46C9-4695-A612-88E5114455E0}" destId="{AB3F23D6-384C-4A9B-8C8E-02FB2E266AAD}" srcOrd="1" destOrd="0" parTransId="{8300A796-363A-4DD9-A41F-FEA022CB54E3}" sibTransId="{7DE17D35-9D68-4D0F-B8A7-A2719E9C1EA3}"/>
    <dgm:cxn modelId="{AE7BB11C-5AF1-49D5-8A90-C617EBB8E5C5}" type="presOf" srcId="{D62D53C3-46C9-4695-A612-88E5114455E0}" destId="{5C7B6190-30D6-4B29-B466-CF2845B44437}" srcOrd="0" destOrd="0" presId="urn:microsoft.com/office/officeart/2005/8/layout/pyramid1"/>
    <dgm:cxn modelId="{5DF56320-B491-4FFE-9A63-6A63341D590B}" srcId="{D62D53C3-46C9-4695-A612-88E5114455E0}" destId="{222C2550-E1D0-4735-A866-5F3C04275965}" srcOrd="2" destOrd="0" parTransId="{9BF64096-975C-482E-8917-EE0D5A215D49}" sibTransId="{7F57227E-8FE3-470B-98BD-ECE4BD570A3B}"/>
    <dgm:cxn modelId="{4E371769-4867-405C-ABA9-A2212EF93BCC}" type="presOf" srcId="{222C2550-E1D0-4735-A866-5F3C04275965}" destId="{0505A2C7-DD15-4303-9834-732D06D1A5EC}" srcOrd="1" destOrd="0" presId="urn:microsoft.com/office/officeart/2005/8/layout/pyramid1"/>
    <dgm:cxn modelId="{DE0CC774-0E27-4403-AF9F-9E18B5AACFAA}" type="presOf" srcId="{AB3F23D6-384C-4A9B-8C8E-02FB2E266AAD}" destId="{EC676E4B-C037-41C8-B287-C6EBCB97EFEA}" srcOrd="0" destOrd="0" presId="urn:microsoft.com/office/officeart/2005/8/layout/pyramid1"/>
    <dgm:cxn modelId="{2AB71088-1AB6-4F02-B2A8-48573350D1A2}" type="presOf" srcId="{AB3F23D6-384C-4A9B-8C8E-02FB2E266AAD}" destId="{9E96295C-738A-4715-8909-935049352A04}" srcOrd="1" destOrd="0" presId="urn:microsoft.com/office/officeart/2005/8/layout/pyramid1"/>
    <dgm:cxn modelId="{5EE3278F-9B8C-44AF-8240-5738A742101B}" type="presOf" srcId="{287BA202-049E-4FD1-A398-9574276BB337}" destId="{1A315ACB-A5B5-4287-A5F2-1FD7661003D8}" srcOrd="1" destOrd="0" presId="urn:microsoft.com/office/officeart/2005/8/layout/pyramid1"/>
    <dgm:cxn modelId="{7A6B5BCC-94C2-45C9-A04C-EB63DD2FDF52}" srcId="{D62D53C3-46C9-4695-A612-88E5114455E0}" destId="{287BA202-049E-4FD1-A398-9574276BB337}" srcOrd="0" destOrd="0" parTransId="{76671B68-EBFC-46E2-A875-5193B0043A3A}" sibTransId="{14274834-56F2-4300-B2E0-6AF5350E4DE4}"/>
    <dgm:cxn modelId="{2A7DCED7-88CA-4390-BEBF-8AD578BAF515}" type="presOf" srcId="{222C2550-E1D0-4735-A866-5F3C04275965}" destId="{251A51D1-BDDA-4E1C-A68A-75ADF168AEBB}" srcOrd="0" destOrd="0" presId="urn:microsoft.com/office/officeart/2005/8/layout/pyramid1"/>
    <dgm:cxn modelId="{383D4AFC-723A-43AC-9259-4213B9AC9897}" type="presOf" srcId="{287BA202-049E-4FD1-A398-9574276BB337}" destId="{B588A240-85C1-4CF3-84EB-1326D96C9398}" srcOrd="0" destOrd="0" presId="urn:microsoft.com/office/officeart/2005/8/layout/pyramid1"/>
    <dgm:cxn modelId="{755991DC-7306-4092-AF5B-F5184035A8AB}" type="presParOf" srcId="{5C7B6190-30D6-4B29-B466-CF2845B44437}" destId="{29B41B40-4F89-490A-87D4-3B3BB1798BED}" srcOrd="0" destOrd="0" presId="urn:microsoft.com/office/officeart/2005/8/layout/pyramid1"/>
    <dgm:cxn modelId="{C219A404-AC78-4F9A-8C96-53B4E7092439}" type="presParOf" srcId="{29B41B40-4F89-490A-87D4-3B3BB1798BED}" destId="{B588A240-85C1-4CF3-84EB-1326D96C9398}" srcOrd="0" destOrd="0" presId="urn:microsoft.com/office/officeart/2005/8/layout/pyramid1"/>
    <dgm:cxn modelId="{4ECC044A-A08A-4E67-AFE0-2C89EF070D83}" type="presParOf" srcId="{29B41B40-4F89-490A-87D4-3B3BB1798BED}" destId="{1A315ACB-A5B5-4287-A5F2-1FD7661003D8}" srcOrd="1" destOrd="0" presId="urn:microsoft.com/office/officeart/2005/8/layout/pyramid1"/>
    <dgm:cxn modelId="{67B5E834-E202-450C-850E-08C2C7A591DA}" type="presParOf" srcId="{5C7B6190-30D6-4B29-B466-CF2845B44437}" destId="{0A682FE0-411D-49D2-858D-9EA79AEC1471}" srcOrd="1" destOrd="0" presId="urn:microsoft.com/office/officeart/2005/8/layout/pyramid1"/>
    <dgm:cxn modelId="{3AAB2D9E-2D3F-4941-ABFA-F5E862F30330}" type="presParOf" srcId="{0A682FE0-411D-49D2-858D-9EA79AEC1471}" destId="{EC676E4B-C037-41C8-B287-C6EBCB97EFEA}" srcOrd="0" destOrd="0" presId="urn:microsoft.com/office/officeart/2005/8/layout/pyramid1"/>
    <dgm:cxn modelId="{52ABC7C4-0548-47AD-A48D-EE73486A3952}" type="presParOf" srcId="{0A682FE0-411D-49D2-858D-9EA79AEC1471}" destId="{9E96295C-738A-4715-8909-935049352A04}" srcOrd="1" destOrd="0" presId="urn:microsoft.com/office/officeart/2005/8/layout/pyramid1"/>
    <dgm:cxn modelId="{7EE4975B-04E9-40E4-B691-CA8122B82FDD}" type="presParOf" srcId="{5C7B6190-30D6-4B29-B466-CF2845B44437}" destId="{E100D26B-359B-4E25-9165-CBDD6314D292}" srcOrd="2" destOrd="0" presId="urn:microsoft.com/office/officeart/2005/8/layout/pyramid1"/>
    <dgm:cxn modelId="{E26AC064-792D-4198-83CD-DF2FA8ADDEC2}" type="presParOf" srcId="{E100D26B-359B-4E25-9165-CBDD6314D292}" destId="{251A51D1-BDDA-4E1C-A68A-75ADF168AEBB}" srcOrd="0" destOrd="0" presId="urn:microsoft.com/office/officeart/2005/8/layout/pyramid1"/>
    <dgm:cxn modelId="{125847EB-4095-4486-AD6C-BA1078487E86}" type="presParOf" srcId="{E100D26B-359B-4E25-9165-CBDD6314D292}" destId="{0505A2C7-DD15-4303-9834-732D06D1A5EC}" srcOrd="1" destOrd="0" presId="urn:microsoft.com/office/officeart/2005/8/layout/pyramid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8A5C02-0B35-4DD1-95A4-835D01849FCD}">
      <dsp:nvSpPr>
        <dsp:cNvPr id="0" name=""/>
        <dsp:cNvSpPr/>
      </dsp:nvSpPr>
      <dsp:spPr>
        <a:xfrm>
          <a:off x="0" y="238413"/>
          <a:ext cx="9818689" cy="327600"/>
        </a:xfrm>
        <a:prstGeom prst="rect">
          <a:avLst/>
        </a:prstGeom>
        <a:solidFill>
          <a:schemeClr val="lt2">
            <a:alpha val="90000"/>
            <a:hueOff val="0"/>
            <a:satOff val="0"/>
            <a:lumOff val="0"/>
            <a:alphaOff val="0"/>
          </a:schemeClr>
        </a:solidFill>
        <a:ln w="15875" cap="rnd"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6892784-7002-4257-9E31-CBC489ED85D6}">
      <dsp:nvSpPr>
        <dsp:cNvPr id="0" name=""/>
        <dsp:cNvSpPr/>
      </dsp:nvSpPr>
      <dsp:spPr>
        <a:xfrm>
          <a:off x="490934" y="46533"/>
          <a:ext cx="6873082" cy="383760"/>
        </a:xfrm>
        <a:prstGeom prst="roundRect">
          <a:avLst/>
        </a:prstGeom>
        <a:solidFill>
          <a:schemeClr val="accent1"/>
        </a:solidFill>
        <a:ln w="15875"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9786" tIns="0" rIns="259786" bIns="0" numCol="1" spcCol="1270" anchor="ctr" anchorCtr="0">
          <a:noAutofit/>
        </a:bodyPr>
        <a:lstStyle/>
        <a:p>
          <a:pPr marL="0" lvl="0" indent="0" algn="l" defTabSz="800100">
            <a:lnSpc>
              <a:spcPct val="90000"/>
            </a:lnSpc>
            <a:spcBef>
              <a:spcPct val="0"/>
            </a:spcBef>
            <a:spcAft>
              <a:spcPct val="35000"/>
            </a:spcAft>
            <a:buNone/>
          </a:pPr>
          <a:r>
            <a:rPr lang="en-US" sz="1800" b="1" i="0" kern="1200" baseline="0" dirty="0"/>
            <a:t>Contact Information</a:t>
          </a:r>
          <a:r>
            <a:rPr lang="en-US" sz="1800" b="0" i="0" kern="1200" baseline="0" dirty="0"/>
            <a:t> </a:t>
          </a:r>
          <a:endParaRPr lang="en-US" sz="1800" kern="1200" dirty="0"/>
        </a:p>
      </dsp:txBody>
      <dsp:txXfrm>
        <a:off x="509668" y="65267"/>
        <a:ext cx="6835614" cy="346292"/>
      </dsp:txXfrm>
    </dsp:sp>
    <dsp:sp modelId="{743F1D8B-27FA-4977-B41D-55171240EE3A}">
      <dsp:nvSpPr>
        <dsp:cNvPr id="0" name=""/>
        <dsp:cNvSpPr/>
      </dsp:nvSpPr>
      <dsp:spPr>
        <a:xfrm>
          <a:off x="0" y="828093"/>
          <a:ext cx="9818689" cy="327600"/>
        </a:xfrm>
        <a:prstGeom prst="rect">
          <a:avLst/>
        </a:prstGeom>
        <a:solidFill>
          <a:schemeClr val="lt2">
            <a:alpha val="90000"/>
            <a:hueOff val="0"/>
            <a:satOff val="0"/>
            <a:lumOff val="0"/>
            <a:alphaOff val="0"/>
          </a:schemeClr>
        </a:solidFill>
        <a:ln w="15875" cap="rnd"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514E130-96C4-4430-A105-E51D9D5A839B}">
      <dsp:nvSpPr>
        <dsp:cNvPr id="0" name=""/>
        <dsp:cNvSpPr/>
      </dsp:nvSpPr>
      <dsp:spPr>
        <a:xfrm>
          <a:off x="490934" y="636213"/>
          <a:ext cx="6873082" cy="383760"/>
        </a:xfrm>
        <a:prstGeom prst="roundRect">
          <a:avLst/>
        </a:prstGeom>
        <a:solidFill>
          <a:schemeClr val="accent1"/>
        </a:solidFill>
        <a:ln w="15875"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9786" tIns="0" rIns="259786" bIns="0" numCol="1" spcCol="1270" anchor="ctr" anchorCtr="0">
          <a:noAutofit/>
        </a:bodyPr>
        <a:lstStyle/>
        <a:p>
          <a:pPr marL="0" lvl="0" indent="0" algn="l" defTabSz="800100">
            <a:lnSpc>
              <a:spcPct val="90000"/>
            </a:lnSpc>
            <a:spcBef>
              <a:spcPct val="0"/>
            </a:spcBef>
            <a:spcAft>
              <a:spcPct val="35000"/>
            </a:spcAft>
            <a:buNone/>
          </a:pPr>
          <a:r>
            <a:rPr lang="en-US" sz="1800" b="1" i="0" kern="1200" baseline="0" dirty="0"/>
            <a:t>Objective</a:t>
          </a:r>
          <a:endParaRPr lang="en-US" sz="1800" b="1" kern="1200" dirty="0"/>
        </a:p>
      </dsp:txBody>
      <dsp:txXfrm>
        <a:off x="509668" y="654947"/>
        <a:ext cx="6835614" cy="346292"/>
      </dsp:txXfrm>
    </dsp:sp>
    <dsp:sp modelId="{ABF74F36-4CCA-4F67-B34F-D1F0665DF691}">
      <dsp:nvSpPr>
        <dsp:cNvPr id="0" name=""/>
        <dsp:cNvSpPr/>
      </dsp:nvSpPr>
      <dsp:spPr>
        <a:xfrm>
          <a:off x="0" y="1417774"/>
          <a:ext cx="9818689" cy="327600"/>
        </a:xfrm>
        <a:prstGeom prst="rect">
          <a:avLst/>
        </a:prstGeom>
        <a:solidFill>
          <a:schemeClr val="lt2">
            <a:alpha val="90000"/>
            <a:hueOff val="0"/>
            <a:satOff val="0"/>
            <a:lumOff val="0"/>
            <a:alphaOff val="0"/>
          </a:schemeClr>
        </a:solidFill>
        <a:ln w="15875" cap="rnd"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0F6D173-9270-4E46-B988-7D39AFB5450E}">
      <dsp:nvSpPr>
        <dsp:cNvPr id="0" name=""/>
        <dsp:cNvSpPr/>
      </dsp:nvSpPr>
      <dsp:spPr>
        <a:xfrm>
          <a:off x="513880" y="1235518"/>
          <a:ext cx="6873082" cy="383760"/>
        </a:xfrm>
        <a:prstGeom prst="roundRect">
          <a:avLst/>
        </a:prstGeom>
        <a:solidFill>
          <a:schemeClr val="accent1"/>
        </a:solidFill>
        <a:ln w="15875"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9786" tIns="0" rIns="259786" bIns="0" numCol="1" spcCol="1270" anchor="ctr" anchorCtr="0">
          <a:noAutofit/>
        </a:bodyPr>
        <a:lstStyle/>
        <a:p>
          <a:pPr marL="0" lvl="0" indent="0" algn="l" defTabSz="800100">
            <a:lnSpc>
              <a:spcPct val="90000"/>
            </a:lnSpc>
            <a:spcBef>
              <a:spcPct val="0"/>
            </a:spcBef>
            <a:spcAft>
              <a:spcPct val="35000"/>
            </a:spcAft>
            <a:buNone/>
          </a:pPr>
          <a:r>
            <a:rPr lang="en-US" sz="1800" b="1" kern="1200" dirty="0"/>
            <a:t> Skills </a:t>
          </a:r>
        </a:p>
      </dsp:txBody>
      <dsp:txXfrm>
        <a:off x="532614" y="1254252"/>
        <a:ext cx="6835614" cy="346292"/>
      </dsp:txXfrm>
    </dsp:sp>
    <dsp:sp modelId="{D483C41D-46F5-4E3E-8FD9-7F423EF86EF0}">
      <dsp:nvSpPr>
        <dsp:cNvPr id="0" name=""/>
        <dsp:cNvSpPr/>
      </dsp:nvSpPr>
      <dsp:spPr>
        <a:xfrm>
          <a:off x="0" y="2007454"/>
          <a:ext cx="9818689" cy="327600"/>
        </a:xfrm>
        <a:prstGeom prst="rect">
          <a:avLst/>
        </a:prstGeom>
        <a:solidFill>
          <a:schemeClr val="lt2">
            <a:alpha val="90000"/>
            <a:hueOff val="0"/>
            <a:satOff val="0"/>
            <a:lumOff val="0"/>
            <a:alphaOff val="0"/>
          </a:schemeClr>
        </a:solidFill>
        <a:ln w="15875" cap="rnd"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94CC5AE-943F-4225-AEAA-E25F2D057244}">
      <dsp:nvSpPr>
        <dsp:cNvPr id="0" name=""/>
        <dsp:cNvSpPr/>
      </dsp:nvSpPr>
      <dsp:spPr>
        <a:xfrm>
          <a:off x="490934" y="1823276"/>
          <a:ext cx="6873082" cy="383760"/>
        </a:xfrm>
        <a:prstGeom prst="roundRect">
          <a:avLst/>
        </a:prstGeom>
        <a:solidFill>
          <a:schemeClr val="accent1"/>
        </a:solidFill>
        <a:ln w="15875"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9786" tIns="0" rIns="259786" bIns="0" numCol="1" spcCol="1270" anchor="ctr" anchorCtr="0">
          <a:noAutofit/>
        </a:bodyPr>
        <a:lstStyle/>
        <a:p>
          <a:pPr marL="0" lvl="0" indent="0" algn="l" defTabSz="800100">
            <a:lnSpc>
              <a:spcPct val="90000"/>
            </a:lnSpc>
            <a:spcBef>
              <a:spcPct val="0"/>
            </a:spcBef>
            <a:spcAft>
              <a:spcPct val="35000"/>
            </a:spcAft>
            <a:buNone/>
          </a:pPr>
          <a:r>
            <a:rPr lang="en-US" sz="1800" b="1" i="0" kern="1200" baseline="0" dirty="0"/>
            <a:t>Work Expe</a:t>
          </a:r>
          <a:r>
            <a:rPr lang="en-US" sz="1800" b="1" kern="1200" dirty="0"/>
            <a:t>rience</a:t>
          </a:r>
        </a:p>
      </dsp:txBody>
      <dsp:txXfrm>
        <a:off x="509668" y="1842010"/>
        <a:ext cx="6835614" cy="346292"/>
      </dsp:txXfrm>
    </dsp:sp>
    <dsp:sp modelId="{02F5D407-66C1-47D8-B848-D2799DDC5435}">
      <dsp:nvSpPr>
        <dsp:cNvPr id="0" name=""/>
        <dsp:cNvSpPr/>
      </dsp:nvSpPr>
      <dsp:spPr>
        <a:xfrm>
          <a:off x="0" y="2597134"/>
          <a:ext cx="9818689" cy="327600"/>
        </a:xfrm>
        <a:prstGeom prst="rect">
          <a:avLst/>
        </a:prstGeom>
        <a:solidFill>
          <a:schemeClr val="lt2">
            <a:alpha val="90000"/>
            <a:hueOff val="0"/>
            <a:satOff val="0"/>
            <a:lumOff val="0"/>
            <a:alphaOff val="0"/>
          </a:schemeClr>
        </a:solidFill>
        <a:ln w="15875" cap="rnd"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5D93A20-43DD-4A05-ACD2-416AF8952D20}">
      <dsp:nvSpPr>
        <dsp:cNvPr id="0" name=""/>
        <dsp:cNvSpPr/>
      </dsp:nvSpPr>
      <dsp:spPr>
        <a:xfrm>
          <a:off x="490934" y="2405254"/>
          <a:ext cx="6873082" cy="383760"/>
        </a:xfrm>
        <a:prstGeom prst="roundRect">
          <a:avLst/>
        </a:prstGeom>
        <a:solidFill>
          <a:schemeClr val="accent1"/>
        </a:solidFill>
        <a:ln w="15875"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9786" tIns="0" rIns="259786" bIns="0" numCol="1" spcCol="1270" anchor="ctr" anchorCtr="0">
          <a:noAutofit/>
        </a:bodyPr>
        <a:lstStyle/>
        <a:p>
          <a:pPr marL="0" lvl="0" indent="0" algn="l" defTabSz="800100">
            <a:lnSpc>
              <a:spcPct val="90000"/>
            </a:lnSpc>
            <a:spcBef>
              <a:spcPct val="0"/>
            </a:spcBef>
            <a:spcAft>
              <a:spcPct val="35000"/>
            </a:spcAft>
            <a:buNone/>
          </a:pPr>
          <a:r>
            <a:rPr lang="en-US" sz="1800" b="1" i="0" kern="1200" baseline="0" dirty="0"/>
            <a:t>Education</a:t>
          </a:r>
          <a:endParaRPr lang="en-US" sz="1800" b="1" kern="1200" dirty="0"/>
        </a:p>
      </dsp:txBody>
      <dsp:txXfrm>
        <a:off x="509668" y="2423988"/>
        <a:ext cx="6835614" cy="346292"/>
      </dsp:txXfrm>
    </dsp:sp>
    <dsp:sp modelId="{5A174C07-6F70-4727-8941-07634B2DA785}">
      <dsp:nvSpPr>
        <dsp:cNvPr id="0" name=""/>
        <dsp:cNvSpPr/>
      </dsp:nvSpPr>
      <dsp:spPr>
        <a:xfrm>
          <a:off x="0" y="3186814"/>
          <a:ext cx="9818689" cy="327600"/>
        </a:xfrm>
        <a:prstGeom prst="rect">
          <a:avLst/>
        </a:prstGeom>
        <a:solidFill>
          <a:schemeClr val="lt2">
            <a:alpha val="90000"/>
            <a:hueOff val="0"/>
            <a:satOff val="0"/>
            <a:lumOff val="0"/>
            <a:alphaOff val="0"/>
          </a:schemeClr>
        </a:solidFill>
        <a:ln w="15875" cap="rnd"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60B1638-663D-4BFA-8DA6-F7CC6758973B}">
      <dsp:nvSpPr>
        <dsp:cNvPr id="0" name=""/>
        <dsp:cNvSpPr/>
      </dsp:nvSpPr>
      <dsp:spPr>
        <a:xfrm>
          <a:off x="490934" y="2994934"/>
          <a:ext cx="6873082" cy="383760"/>
        </a:xfrm>
        <a:prstGeom prst="roundRect">
          <a:avLst/>
        </a:prstGeom>
        <a:solidFill>
          <a:schemeClr val="accent1"/>
        </a:solidFill>
        <a:ln w="15875"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9786" tIns="0" rIns="259786" bIns="0" numCol="1" spcCol="1270" anchor="ctr" anchorCtr="0">
          <a:noAutofit/>
        </a:bodyPr>
        <a:lstStyle/>
        <a:p>
          <a:pPr marL="0" lvl="0" indent="0" algn="l" defTabSz="800100">
            <a:lnSpc>
              <a:spcPct val="90000"/>
            </a:lnSpc>
            <a:spcBef>
              <a:spcPct val="0"/>
            </a:spcBef>
            <a:spcAft>
              <a:spcPct val="35000"/>
            </a:spcAft>
            <a:buNone/>
          </a:pPr>
          <a:r>
            <a:rPr lang="en-US" sz="1800" b="1" kern="1200" dirty="0"/>
            <a:t>Additional sections (</a:t>
          </a:r>
          <a:r>
            <a:rPr lang="en-US" sz="1800" b="1" kern="1200" dirty="0" err="1"/>
            <a:t>certificates,languages</a:t>
          </a:r>
          <a:r>
            <a:rPr lang="en-US" sz="1800" b="1" kern="1200" dirty="0"/>
            <a:t> </a:t>
          </a:r>
          <a:r>
            <a:rPr lang="en-US" sz="1800" b="1" kern="1200" dirty="0" err="1"/>
            <a:t>etc</a:t>
          </a:r>
          <a:r>
            <a:rPr lang="en-US" sz="1800" b="1" kern="1200" dirty="0"/>
            <a:t>)</a:t>
          </a:r>
        </a:p>
      </dsp:txBody>
      <dsp:txXfrm>
        <a:off x="509668" y="3013668"/>
        <a:ext cx="6835614" cy="346292"/>
      </dsp:txXfrm>
    </dsp:sp>
    <dsp:sp modelId="{EF6349A4-2076-414A-8E43-02897FE4D1D6}">
      <dsp:nvSpPr>
        <dsp:cNvPr id="0" name=""/>
        <dsp:cNvSpPr/>
      </dsp:nvSpPr>
      <dsp:spPr>
        <a:xfrm>
          <a:off x="0" y="3776494"/>
          <a:ext cx="9818689" cy="327600"/>
        </a:xfrm>
        <a:prstGeom prst="rect">
          <a:avLst/>
        </a:prstGeom>
        <a:solidFill>
          <a:schemeClr val="lt2">
            <a:alpha val="90000"/>
            <a:hueOff val="0"/>
            <a:satOff val="0"/>
            <a:lumOff val="0"/>
            <a:alphaOff val="0"/>
          </a:schemeClr>
        </a:solidFill>
        <a:ln w="15875" cap="rnd"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3148DDE-F34B-466A-A570-AE94F31BB62C}">
      <dsp:nvSpPr>
        <dsp:cNvPr id="0" name=""/>
        <dsp:cNvSpPr/>
      </dsp:nvSpPr>
      <dsp:spPr>
        <a:xfrm>
          <a:off x="490934" y="3584614"/>
          <a:ext cx="6873082" cy="383760"/>
        </a:xfrm>
        <a:prstGeom prst="roundRect">
          <a:avLst/>
        </a:prstGeom>
        <a:solidFill>
          <a:schemeClr val="accent1"/>
        </a:solidFill>
        <a:ln w="15875"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9786" tIns="0" rIns="259786" bIns="0" numCol="1" spcCol="1270" anchor="ctr" anchorCtr="0">
          <a:noAutofit/>
        </a:bodyPr>
        <a:lstStyle/>
        <a:p>
          <a:pPr marL="0" lvl="0" indent="0" algn="l" defTabSz="800100">
            <a:lnSpc>
              <a:spcPct val="90000"/>
            </a:lnSpc>
            <a:spcBef>
              <a:spcPct val="0"/>
            </a:spcBef>
            <a:spcAft>
              <a:spcPct val="35000"/>
            </a:spcAft>
            <a:buNone/>
          </a:pPr>
          <a:r>
            <a:rPr lang="en-US" sz="1800" b="1" kern="1200" dirty="0"/>
            <a:t>References </a:t>
          </a:r>
          <a:r>
            <a:rPr lang="en-US" sz="1300" kern="1200" dirty="0"/>
            <a:t> </a:t>
          </a:r>
        </a:p>
      </dsp:txBody>
      <dsp:txXfrm>
        <a:off x="509668" y="3603348"/>
        <a:ext cx="6835614" cy="34629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8B5F2D-663A-4B60-A663-2374300875BA}">
      <dsp:nvSpPr>
        <dsp:cNvPr id="0" name=""/>
        <dsp:cNvSpPr/>
      </dsp:nvSpPr>
      <dsp:spPr>
        <a:xfrm>
          <a:off x="-4668259" y="-715646"/>
          <a:ext cx="5560631" cy="5560631"/>
        </a:xfrm>
        <a:prstGeom prst="blockArc">
          <a:avLst>
            <a:gd name="adj1" fmla="val 18900000"/>
            <a:gd name="adj2" fmla="val 2700000"/>
            <a:gd name="adj3" fmla="val 388"/>
          </a:avLst>
        </a:pr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F81D521-D70B-44CC-BF5E-EAFA372D279A}">
      <dsp:nvSpPr>
        <dsp:cNvPr id="0" name=""/>
        <dsp:cNvSpPr/>
      </dsp:nvSpPr>
      <dsp:spPr>
        <a:xfrm>
          <a:off x="573918" y="412933"/>
          <a:ext cx="6722916" cy="825867"/>
        </a:xfrm>
        <a:prstGeom prst="rect">
          <a:avLst/>
        </a:prstGeom>
        <a:noFill/>
        <a:ln w="15875" cap="rnd" cmpd="sng" algn="ctr">
          <a:solidFill>
            <a:schemeClr val="accent1"/>
          </a:solidFill>
          <a:prstDash val="solid"/>
        </a:ln>
        <a:effectLst/>
      </dsp:spPr>
      <dsp:style>
        <a:lnRef idx="2">
          <a:schemeClr val="accent1"/>
        </a:lnRef>
        <a:fillRef idx="1">
          <a:schemeClr val="lt1"/>
        </a:fillRef>
        <a:effectRef idx="0">
          <a:schemeClr val="accent1"/>
        </a:effectRef>
        <a:fontRef idx="minor">
          <a:schemeClr val="dk1"/>
        </a:fontRef>
      </dsp:style>
      <dsp:txBody>
        <a:bodyPr spcFirstLastPara="0" vert="horz" wrap="square" lIns="655533" tIns="109220" rIns="109220" bIns="109220" numCol="1" spcCol="1270" anchor="ctr" anchorCtr="0">
          <a:noAutofit/>
        </a:bodyPr>
        <a:lstStyle/>
        <a:p>
          <a:pPr marL="0" lvl="0" indent="0" algn="l" defTabSz="1911350">
            <a:lnSpc>
              <a:spcPct val="90000"/>
            </a:lnSpc>
            <a:spcBef>
              <a:spcPct val="0"/>
            </a:spcBef>
            <a:spcAft>
              <a:spcPct val="35000"/>
            </a:spcAft>
            <a:buNone/>
          </a:pPr>
          <a:r>
            <a:rPr lang="en-US" sz="4300" kern="1200" dirty="0">
              <a:ln>
                <a:solidFill>
                  <a:schemeClr val="accent1">
                    <a:lumMod val="75000"/>
                  </a:schemeClr>
                </a:solidFill>
              </a:ln>
            </a:rPr>
            <a:t> </a:t>
          </a:r>
        </a:p>
      </dsp:txBody>
      <dsp:txXfrm>
        <a:off x="573918" y="412933"/>
        <a:ext cx="6722916" cy="825867"/>
      </dsp:txXfrm>
    </dsp:sp>
    <dsp:sp modelId="{10662659-8EFD-4CE8-BEFA-2FA90235E4D4}">
      <dsp:nvSpPr>
        <dsp:cNvPr id="0" name=""/>
        <dsp:cNvSpPr/>
      </dsp:nvSpPr>
      <dsp:spPr>
        <a:xfrm>
          <a:off x="57751" y="309700"/>
          <a:ext cx="1032334" cy="1032334"/>
        </a:xfrm>
        <a:prstGeom prst="ellipse">
          <a:avLst/>
        </a:prstGeom>
        <a:solidFill>
          <a:schemeClr val="tx2">
            <a:lumMod val="75000"/>
            <a:lumOff val="2500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A7835B6-8CAF-41CD-8A69-3C56CB2B4640}">
      <dsp:nvSpPr>
        <dsp:cNvPr id="0" name=""/>
        <dsp:cNvSpPr/>
      </dsp:nvSpPr>
      <dsp:spPr>
        <a:xfrm>
          <a:off x="874121" y="1651735"/>
          <a:ext cx="6422713" cy="825867"/>
        </a:xfrm>
        <a:prstGeom prst="rect">
          <a:avLst/>
        </a:prstGeom>
        <a:noFill/>
        <a:ln w="15875" cap="rnd" cmpd="sng" algn="ctr">
          <a:solidFill>
            <a:schemeClr val="accent1"/>
          </a:solidFill>
          <a:prstDash val="solid"/>
        </a:ln>
        <a:effectLst/>
      </dsp:spPr>
      <dsp:style>
        <a:lnRef idx="2">
          <a:schemeClr val="accent1"/>
        </a:lnRef>
        <a:fillRef idx="1">
          <a:schemeClr val="lt1"/>
        </a:fillRef>
        <a:effectRef idx="0">
          <a:schemeClr val="accent1"/>
        </a:effectRef>
        <a:fontRef idx="minor">
          <a:schemeClr val="dk1"/>
        </a:fontRef>
      </dsp:style>
      <dsp:txBody>
        <a:bodyPr spcFirstLastPara="0" vert="horz" wrap="square" lIns="655533" tIns="109220" rIns="109220" bIns="109220" numCol="1" spcCol="1270" anchor="ctr" anchorCtr="0">
          <a:noAutofit/>
        </a:bodyPr>
        <a:lstStyle/>
        <a:p>
          <a:pPr marL="0" lvl="0" indent="0" algn="l" defTabSz="1911350">
            <a:lnSpc>
              <a:spcPct val="90000"/>
            </a:lnSpc>
            <a:spcBef>
              <a:spcPct val="0"/>
            </a:spcBef>
            <a:spcAft>
              <a:spcPct val="35000"/>
            </a:spcAft>
            <a:buNone/>
          </a:pPr>
          <a:r>
            <a:rPr lang="en-US" sz="4300" kern="1200" dirty="0"/>
            <a:t> </a:t>
          </a:r>
        </a:p>
      </dsp:txBody>
      <dsp:txXfrm>
        <a:off x="874121" y="1651735"/>
        <a:ext cx="6422713" cy="825867"/>
      </dsp:txXfrm>
    </dsp:sp>
    <dsp:sp modelId="{0EC2D29C-E4A4-4C36-B929-B833E280A7D9}">
      <dsp:nvSpPr>
        <dsp:cNvPr id="0" name=""/>
        <dsp:cNvSpPr/>
      </dsp:nvSpPr>
      <dsp:spPr>
        <a:xfrm>
          <a:off x="357954" y="1548502"/>
          <a:ext cx="1032334" cy="1032334"/>
        </a:xfrm>
        <a:prstGeom prst="ellipse">
          <a:avLst/>
        </a:prstGeom>
        <a:solidFill>
          <a:schemeClr val="tx2">
            <a:lumMod val="75000"/>
            <a:lumOff val="2500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5024A12-7527-47A7-B059-75332DB07AAA}">
      <dsp:nvSpPr>
        <dsp:cNvPr id="0" name=""/>
        <dsp:cNvSpPr/>
      </dsp:nvSpPr>
      <dsp:spPr>
        <a:xfrm>
          <a:off x="573918" y="2890537"/>
          <a:ext cx="6722916" cy="825867"/>
        </a:xfrm>
        <a:prstGeom prst="rect">
          <a:avLst/>
        </a:prstGeom>
        <a:noFill/>
        <a:ln w="15875" cap="rnd" cmpd="sng" algn="ctr">
          <a:solidFill>
            <a:schemeClr val="accent1"/>
          </a:solidFill>
          <a:prstDash val="solid"/>
        </a:ln>
        <a:effectLst/>
      </dsp:spPr>
      <dsp:style>
        <a:lnRef idx="2">
          <a:schemeClr val="accent1"/>
        </a:lnRef>
        <a:fillRef idx="1">
          <a:schemeClr val="lt1"/>
        </a:fillRef>
        <a:effectRef idx="0">
          <a:schemeClr val="accent1"/>
        </a:effectRef>
        <a:fontRef idx="minor">
          <a:schemeClr val="dk1"/>
        </a:fontRef>
      </dsp:style>
      <dsp:txBody>
        <a:bodyPr spcFirstLastPara="0" vert="horz" wrap="square" lIns="655533" tIns="109220" rIns="109220" bIns="109220" numCol="1" spcCol="1270" anchor="ctr" anchorCtr="0">
          <a:noAutofit/>
        </a:bodyPr>
        <a:lstStyle/>
        <a:p>
          <a:pPr marL="0" lvl="0" indent="0" algn="l" defTabSz="1911350">
            <a:lnSpc>
              <a:spcPct val="90000"/>
            </a:lnSpc>
            <a:spcBef>
              <a:spcPct val="0"/>
            </a:spcBef>
            <a:spcAft>
              <a:spcPct val="35000"/>
            </a:spcAft>
            <a:buNone/>
          </a:pPr>
          <a:endParaRPr lang="en-US" sz="4300" kern="1200">
            <a:noFill/>
          </a:endParaRPr>
        </a:p>
      </dsp:txBody>
      <dsp:txXfrm>
        <a:off x="573918" y="2890537"/>
        <a:ext cx="6722916" cy="825867"/>
      </dsp:txXfrm>
    </dsp:sp>
    <dsp:sp modelId="{274F7DB4-683C-4586-A9EB-3FE7C714E830}">
      <dsp:nvSpPr>
        <dsp:cNvPr id="0" name=""/>
        <dsp:cNvSpPr/>
      </dsp:nvSpPr>
      <dsp:spPr>
        <a:xfrm>
          <a:off x="57751" y="2787303"/>
          <a:ext cx="1032334" cy="1032334"/>
        </a:xfrm>
        <a:prstGeom prst="ellipse">
          <a:avLst/>
        </a:prstGeom>
        <a:solidFill>
          <a:schemeClr val="tx2">
            <a:lumMod val="75000"/>
            <a:lumOff val="2500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88A240-85C1-4CF3-84EB-1326D96C9398}">
      <dsp:nvSpPr>
        <dsp:cNvPr id="0" name=""/>
        <dsp:cNvSpPr/>
      </dsp:nvSpPr>
      <dsp:spPr>
        <a:xfrm>
          <a:off x="1016072" y="343"/>
          <a:ext cx="1019907" cy="981637"/>
        </a:xfrm>
        <a:prstGeom prst="trapezoid">
          <a:avLst>
            <a:gd name="adj" fmla="val 51949"/>
          </a:avLst>
        </a:prstGeom>
        <a:solidFill>
          <a:schemeClr val="accent4">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4930" tIns="74930" rIns="74930" bIns="74930" numCol="1" spcCol="1270" anchor="ctr" anchorCtr="0">
          <a:noAutofit/>
        </a:bodyPr>
        <a:lstStyle/>
        <a:p>
          <a:pPr marL="0" lvl="0" indent="0" algn="ctr" defTabSz="2622550">
            <a:lnSpc>
              <a:spcPct val="90000"/>
            </a:lnSpc>
            <a:spcBef>
              <a:spcPct val="0"/>
            </a:spcBef>
            <a:spcAft>
              <a:spcPct val="35000"/>
            </a:spcAft>
            <a:buNone/>
          </a:pPr>
          <a:r>
            <a:rPr lang="en-US" sz="5900" kern="1200" dirty="0"/>
            <a:t> </a:t>
          </a:r>
        </a:p>
      </dsp:txBody>
      <dsp:txXfrm>
        <a:off x="1016072" y="343"/>
        <a:ext cx="1019907" cy="981637"/>
      </dsp:txXfrm>
    </dsp:sp>
    <dsp:sp modelId="{EC676E4B-C037-41C8-B287-C6EBCB97EFEA}">
      <dsp:nvSpPr>
        <dsp:cNvPr id="0" name=""/>
        <dsp:cNvSpPr/>
      </dsp:nvSpPr>
      <dsp:spPr>
        <a:xfrm>
          <a:off x="509953" y="981637"/>
          <a:ext cx="2039815" cy="981637"/>
        </a:xfrm>
        <a:prstGeom prst="trapezoid">
          <a:avLst>
            <a:gd name="adj" fmla="val 51949"/>
          </a:avLst>
        </a:prstGeom>
        <a:solidFill>
          <a:schemeClr val="accent4">
            <a:hueOff val="-44245"/>
            <a:satOff val="-17728"/>
            <a:lumOff val="-1765"/>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4930" tIns="74930" rIns="74930" bIns="74930" numCol="1" spcCol="1270" anchor="ctr" anchorCtr="0">
          <a:noAutofit/>
        </a:bodyPr>
        <a:lstStyle/>
        <a:p>
          <a:pPr marL="0" lvl="0" indent="0" algn="ctr" defTabSz="2622550">
            <a:lnSpc>
              <a:spcPct val="90000"/>
            </a:lnSpc>
            <a:spcBef>
              <a:spcPct val="0"/>
            </a:spcBef>
            <a:spcAft>
              <a:spcPct val="35000"/>
            </a:spcAft>
            <a:buNone/>
          </a:pPr>
          <a:r>
            <a:rPr lang="en-US" sz="5900" kern="1200" dirty="0"/>
            <a:t> </a:t>
          </a:r>
        </a:p>
      </dsp:txBody>
      <dsp:txXfrm>
        <a:off x="866921" y="981637"/>
        <a:ext cx="1325879" cy="981637"/>
      </dsp:txXfrm>
    </dsp:sp>
    <dsp:sp modelId="{251A51D1-BDDA-4E1C-A68A-75ADF168AEBB}">
      <dsp:nvSpPr>
        <dsp:cNvPr id="0" name=""/>
        <dsp:cNvSpPr/>
      </dsp:nvSpPr>
      <dsp:spPr>
        <a:xfrm>
          <a:off x="0" y="1963274"/>
          <a:ext cx="3059723" cy="981637"/>
        </a:xfrm>
        <a:prstGeom prst="trapezoid">
          <a:avLst>
            <a:gd name="adj" fmla="val 51949"/>
          </a:avLst>
        </a:prstGeom>
        <a:solidFill>
          <a:schemeClr val="accent4">
            <a:hueOff val="-88489"/>
            <a:satOff val="-35457"/>
            <a:lumOff val="-3529"/>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4930" tIns="74930" rIns="74930" bIns="74930" numCol="1" spcCol="1270" anchor="ctr" anchorCtr="0">
          <a:noAutofit/>
        </a:bodyPr>
        <a:lstStyle/>
        <a:p>
          <a:pPr marL="0" lvl="0" indent="0" algn="ctr" defTabSz="2622550">
            <a:lnSpc>
              <a:spcPct val="90000"/>
            </a:lnSpc>
            <a:spcBef>
              <a:spcPct val="0"/>
            </a:spcBef>
            <a:spcAft>
              <a:spcPct val="35000"/>
            </a:spcAft>
            <a:buNone/>
          </a:pPr>
          <a:r>
            <a:rPr lang="en-US" sz="5900" kern="1200" dirty="0"/>
            <a:t> </a:t>
          </a:r>
        </a:p>
      </dsp:txBody>
      <dsp:txXfrm>
        <a:off x="535451" y="1963274"/>
        <a:ext cx="1988819" cy="981637"/>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14T05:20:26.293"/>
    </inkml:context>
    <inkml:brush xml:id="br0">
      <inkml:brushProperty name="width" value="0.035" units="cm"/>
      <inkml:brushProperty name="height" value="0.035" units="cm"/>
    </inkml:brush>
  </inkml:definitions>
  <inkml:trace contextRef="#ctx0" brushRef="#br0">1 1 24575</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11966EF-12D5-4B4B-88F0-6D3A9E019A74}" type="datetimeFigureOut">
              <a:rPr lang="en-US" smtClean="0"/>
              <a:t>12/15/2024</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96F61300-0172-42BD-9B46-200341589742}" type="slidenum">
              <a:rPr lang="en-US" smtClean="0"/>
              <a:t>‹#›</a:t>
            </a:fld>
            <a:endParaRPr lang="en-US"/>
          </a:p>
        </p:txBody>
      </p:sp>
    </p:spTree>
    <p:extLst>
      <p:ext uri="{BB962C8B-B14F-4D97-AF65-F5344CB8AC3E}">
        <p14:creationId xmlns:p14="http://schemas.microsoft.com/office/powerpoint/2010/main" val="42605867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1966EF-12D5-4B4B-88F0-6D3A9E019A74}" type="datetimeFigureOut">
              <a:rPr lang="en-US" smtClean="0"/>
              <a:t>12/15/2024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96F61300-0172-42BD-9B46-200341589742}" type="slidenum">
              <a:rPr lang="en-US" smtClean="0"/>
              <a:t>‹#›</a:t>
            </a:fld>
            <a:endParaRPr lang="en-US"/>
          </a:p>
        </p:txBody>
      </p:sp>
    </p:spTree>
    <p:extLst>
      <p:ext uri="{BB962C8B-B14F-4D97-AF65-F5344CB8AC3E}">
        <p14:creationId xmlns:p14="http://schemas.microsoft.com/office/powerpoint/2010/main" val="11092850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11966EF-12D5-4B4B-88F0-6D3A9E019A74}" type="datetimeFigureOut">
              <a:rPr lang="en-US" smtClean="0"/>
              <a:t>12/15/2024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F61300-0172-42BD-9B46-200341589742}" type="slidenum">
              <a:rPr lang="en-US" smtClean="0"/>
              <a:t>‹#›</a:t>
            </a:fld>
            <a:endParaRPr lang="en-US"/>
          </a:p>
        </p:txBody>
      </p:sp>
    </p:spTree>
    <p:extLst>
      <p:ext uri="{BB962C8B-B14F-4D97-AF65-F5344CB8AC3E}">
        <p14:creationId xmlns:p14="http://schemas.microsoft.com/office/powerpoint/2010/main" val="2312614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11966EF-12D5-4B4B-88F0-6D3A9E019A74}" type="datetimeFigureOut">
              <a:rPr lang="en-US" smtClean="0"/>
              <a:t>12/15/2024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F61300-0172-42BD-9B46-200341589742}" type="slidenum">
              <a:rPr lang="en-US" smtClean="0"/>
              <a:t>‹#›</a:t>
            </a:fld>
            <a:endParaRPr lang="en-US"/>
          </a:p>
        </p:txBody>
      </p:sp>
    </p:spTree>
    <p:extLst>
      <p:ext uri="{BB962C8B-B14F-4D97-AF65-F5344CB8AC3E}">
        <p14:creationId xmlns:p14="http://schemas.microsoft.com/office/powerpoint/2010/main" val="35338879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11966EF-12D5-4B4B-88F0-6D3A9E019A74}" type="datetimeFigureOut">
              <a:rPr lang="en-US" smtClean="0"/>
              <a:t>12/15/2024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6F61300-0172-42BD-9B46-200341589742}" type="slidenum">
              <a:rPr lang="en-US" smtClean="0"/>
              <a:t>‹#›</a:t>
            </a:fld>
            <a:endParaRPr lang="en-US"/>
          </a:p>
        </p:txBody>
      </p:sp>
    </p:spTree>
    <p:extLst>
      <p:ext uri="{BB962C8B-B14F-4D97-AF65-F5344CB8AC3E}">
        <p14:creationId xmlns:p14="http://schemas.microsoft.com/office/powerpoint/2010/main" val="32277823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11966EF-12D5-4B4B-88F0-6D3A9E019A74}" type="datetimeFigureOut">
              <a:rPr lang="en-US" smtClean="0"/>
              <a:t>12/15/2024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6F61300-0172-42BD-9B46-200341589742}" type="slidenum">
              <a:rPr lang="en-US" smtClean="0"/>
              <a:t>‹#›</a:t>
            </a:fld>
            <a:endParaRPr lang="en-US"/>
          </a:p>
        </p:txBody>
      </p:sp>
    </p:spTree>
    <p:extLst>
      <p:ext uri="{BB962C8B-B14F-4D97-AF65-F5344CB8AC3E}">
        <p14:creationId xmlns:p14="http://schemas.microsoft.com/office/powerpoint/2010/main" val="1991668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11966EF-12D5-4B4B-88F0-6D3A9E019A74}" type="datetimeFigureOut">
              <a:rPr lang="en-US" smtClean="0"/>
              <a:t>12/15/2024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F61300-0172-42BD-9B46-200341589742}" type="slidenum">
              <a:rPr lang="en-US" smtClean="0"/>
              <a:t>‹#›</a:t>
            </a:fld>
            <a:endParaRPr lang="en-US"/>
          </a:p>
        </p:txBody>
      </p:sp>
    </p:spTree>
    <p:extLst>
      <p:ext uri="{BB962C8B-B14F-4D97-AF65-F5344CB8AC3E}">
        <p14:creationId xmlns:p14="http://schemas.microsoft.com/office/powerpoint/2010/main" val="965686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011966EF-12D5-4B4B-88F0-6D3A9E019A74}" type="datetimeFigureOut">
              <a:rPr lang="en-US" smtClean="0"/>
              <a:t>12/15/2024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F61300-0172-42BD-9B46-200341589742}" type="slidenum">
              <a:rPr lang="en-US" smtClean="0"/>
              <a:t>‹#›</a:t>
            </a:fld>
            <a:endParaRPr lang="en-US"/>
          </a:p>
        </p:txBody>
      </p:sp>
    </p:spTree>
    <p:extLst>
      <p:ext uri="{BB962C8B-B14F-4D97-AF65-F5344CB8AC3E}">
        <p14:creationId xmlns:p14="http://schemas.microsoft.com/office/powerpoint/2010/main" val="33348244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011966EF-12D5-4B4B-88F0-6D3A9E019A74}" type="datetimeFigureOut">
              <a:rPr lang="en-US" smtClean="0"/>
              <a:t>12/15/2024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F61300-0172-42BD-9B46-200341589742}" type="slidenum">
              <a:rPr lang="en-US" smtClean="0"/>
              <a:t>‹#›</a:t>
            </a:fld>
            <a:endParaRPr lang="en-US"/>
          </a:p>
        </p:txBody>
      </p:sp>
    </p:spTree>
    <p:extLst>
      <p:ext uri="{BB962C8B-B14F-4D97-AF65-F5344CB8AC3E}">
        <p14:creationId xmlns:p14="http://schemas.microsoft.com/office/powerpoint/2010/main" val="23895384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011966EF-12D5-4B4B-88F0-6D3A9E019A74}" type="datetimeFigureOut">
              <a:rPr lang="en-US" smtClean="0"/>
              <a:t>12/15/2024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F61300-0172-42BD-9B46-200341589742}" type="slidenum">
              <a:rPr lang="en-US" smtClean="0"/>
              <a:t>‹#›</a:t>
            </a:fld>
            <a:endParaRPr lang="en-US"/>
          </a:p>
        </p:txBody>
      </p:sp>
    </p:spTree>
    <p:extLst>
      <p:ext uri="{BB962C8B-B14F-4D97-AF65-F5344CB8AC3E}">
        <p14:creationId xmlns:p14="http://schemas.microsoft.com/office/powerpoint/2010/main" val="35957376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11966EF-12D5-4B4B-88F0-6D3A9E019A74}" type="datetimeFigureOut">
              <a:rPr lang="en-US" smtClean="0"/>
              <a:t>12/15/2024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F61300-0172-42BD-9B46-200341589742}" type="slidenum">
              <a:rPr lang="en-US" smtClean="0"/>
              <a:t>‹#›</a:t>
            </a:fld>
            <a:endParaRPr lang="en-US"/>
          </a:p>
        </p:txBody>
      </p:sp>
    </p:spTree>
    <p:extLst>
      <p:ext uri="{BB962C8B-B14F-4D97-AF65-F5344CB8AC3E}">
        <p14:creationId xmlns:p14="http://schemas.microsoft.com/office/powerpoint/2010/main" val="5704762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11966EF-12D5-4B4B-88F0-6D3A9E019A74}" type="datetimeFigureOut">
              <a:rPr lang="en-US" smtClean="0"/>
              <a:t>12/15/2024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F61300-0172-42BD-9B46-200341589742}" type="slidenum">
              <a:rPr lang="en-US" smtClean="0"/>
              <a:t>‹#›</a:t>
            </a:fld>
            <a:endParaRPr lang="en-US"/>
          </a:p>
        </p:txBody>
      </p:sp>
    </p:spTree>
    <p:extLst>
      <p:ext uri="{BB962C8B-B14F-4D97-AF65-F5344CB8AC3E}">
        <p14:creationId xmlns:p14="http://schemas.microsoft.com/office/powerpoint/2010/main" val="5806758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11966EF-12D5-4B4B-88F0-6D3A9E019A74}" type="datetimeFigureOut">
              <a:rPr lang="en-US" smtClean="0"/>
              <a:t>12/15/2024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F61300-0172-42BD-9B46-200341589742}" type="slidenum">
              <a:rPr lang="en-US" smtClean="0"/>
              <a:t>‹#›</a:t>
            </a:fld>
            <a:endParaRPr lang="en-US"/>
          </a:p>
        </p:txBody>
      </p:sp>
    </p:spTree>
    <p:extLst>
      <p:ext uri="{BB962C8B-B14F-4D97-AF65-F5344CB8AC3E}">
        <p14:creationId xmlns:p14="http://schemas.microsoft.com/office/powerpoint/2010/main" val="40890516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11966EF-12D5-4B4B-88F0-6D3A9E019A74}" type="datetimeFigureOut">
              <a:rPr lang="en-US" smtClean="0"/>
              <a:t>12/15/2024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F61300-0172-42BD-9B46-200341589742}" type="slidenum">
              <a:rPr lang="en-US" smtClean="0"/>
              <a:t>‹#›</a:t>
            </a:fld>
            <a:endParaRPr lang="en-US"/>
          </a:p>
        </p:txBody>
      </p:sp>
    </p:spTree>
    <p:extLst>
      <p:ext uri="{BB962C8B-B14F-4D97-AF65-F5344CB8AC3E}">
        <p14:creationId xmlns:p14="http://schemas.microsoft.com/office/powerpoint/2010/main" val="20724331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11966EF-12D5-4B4B-88F0-6D3A9E019A74}" type="datetimeFigureOut">
              <a:rPr lang="en-US" smtClean="0"/>
              <a:t>12/15/2024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F61300-0172-42BD-9B46-200341589742}" type="slidenum">
              <a:rPr lang="en-US" smtClean="0"/>
              <a:t>‹#›</a:t>
            </a:fld>
            <a:endParaRPr lang="en-US"/>
          </a:p>
        </p:txBody>
      </p:sp>
    </p:spTree>
    <p:extLst>
      <p:ext uri="{BB962C8B-B14F-4D97-AF65-F5344CB8AC3E}">
        <p14:creationId xmlns:p14="http://schemas.microsoft.com/office/powerpoint/2010/main" val="22078319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1966EF-12D5-4B4B-88F0-6D3A9E019A74}" type="datetimeFigureOut">
              <a:rPr lang="en-US" smtClean="0"/>
              <a:t>12/15/2024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F61300-0172-42BD-9B46-200341589742}" type="slidenum">
              <a:rPr lang="en-US" smtClean="0"/>
              <a:t>‹#›</a:t>
            </a:fld>
            <a:endParaRPr lang="en-US"/>
          </a:p>
        </p:txBody>
      </p:sp>
    </p:spTree>
    <p:extLst>
      <p:ext uri="{BB962C8B-B14F-4D97-AF65-F5344CB8AC3E}">
        <p14:creationId xmlns:p14="http://schemas.microsoft.com/office/powerpoint/2010/main" val="41452223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1966EF-12D5-4B4B-88F0-6D3A9E019A74}" type="datetimeFigureOut">
              <a:rPr lang="en-US" smtClean="0"/>
              <a:t>12/15/2024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F61300-0172-42BD-9B46-200341589742}" type="slidenum">
              <a:rPr lang="en-US" smtClean="0"/>
              <a:t>‹#›</a:t>
            </a:fld>
            <a:endParaRPr lang="en-US"/>
          </a:p>
        </p:txBody>
      </p:sp>
    </p:spTree>
    <p:extLst>
      <p:ext uri="{BB962C8B-B14F-4D97-AF65-F5344CB8AC3E}">
        <p14:creationId xmlns:p14="http://schemas.microsoft.com/office/powerpoint/2010/main" val="27843198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11966EF-12D5-4B4B-88F0-6D3A9E019A74}" type="datetimeFigureOut">
              <a:rPr lang="en-US" smtClean="0"/>
              <a:t>12/15/2024</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6F61300-0172-42BD-9B46-200341589742}" type="slidenum">
              <a:rPr lang="en-US" smtClean="0"/>
              <a:t>‹#›</a:t>
            </a:fld>
            <a:endParaRPr lang="en-US"/>
          </a:p>
        </p:txBody>
      </p:sp>
    </p:spTree>
    <p:extLst>
      <p:ext uri="{BB962C8B-B14F-4D97-AF65-F5344CB8AC3E}">
        <p14:creationId xmlns:p14="http://schemas.microsoft.com/office/powerpoint/2010/main" val="329465629"/>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 id="2147483730"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customXml" Target="../ink/ink1.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2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diagramData" Target="../diagrams/data3.xml"/><Relationship Id="rId3" Type="http://schemas.openxmlformats.org/officeDocument/2006/relationships/diagramData" Target="../diagrams/data2.xml"/><Relationship Id="rId7" Type="http://schemas.microsoft.com/office/2007/relationships/diagramDrawing" Target="../diagrams/drawing2.xml"/><Relationship Id="rId12" Type="http://schemas.microsoft.com/office/2007/relationships/diagramDrawing" Target="../diagrams/drawing3.xml"/><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diagramColors" Target="../diagrams/colors2.xml"/><Relationship Id="rId11" Type="http://schemas.openxmlformats.org/officeDocument/2006/relationships/diagramColors" Target="../diagrams/colors3.xml"/><Relationship Id="rId5" Type="http://schemas.openxmlformats.org/officeDocument/2006/relationships/diagramQuickStyle" Target="../diagrams/quickStyle2.xml"/><Relationship Id="rId10" Type="http://schemas.openxmlformats.org/officeDocument/2006/relationships/diagramQuickStyle" Target="../diagrams/quickStyle3.xml"/><Relationship Id="rId4" Type="http://schemas.openxmlformats.org/officeDocument/2006/relationships/diagramLayout" Target="../diagrams/layout2.xml"/><Relationship Id="rId9" Type="http://schemas.openxmlformats.org/officeDocument/2006/relationships/diagramLayout" Target="../diagrams/layout3.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13.png"/><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D4B42-8364-4176-9017-C02D778977B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9215BEC-0E89-4710-9F4F-14D22383EC64}"/>
              </a:ext>
            </a:extLst>
          </p:cNvPr>
          <p:cNvSpPr>
            <a:spLocks noGrp="1"/>
          </p:cNvSpPr>
          <p:nvPr>
            <p:ph idx="1"/>
          </p:nvPr>
        </p:nvSpPr>
        <p:spPr/>
        <p:txBody>
          <a:bodyPr/>
          <a:lstStyle/>
          <a:p>
            <a:endParaRPr lang="en-US"/>
          </a:p>
        </p:txBody>
      </p:sp>
      <p:pic>
        <p:nvPicPr>
          <p:cNvPr id="9" name="Picture 8">
            <a:extLst>
              <a:ext uri="{FF2B5EF4-FFF2-40B4-BE49-F238E27FC236}">
                <a16:creationId xmlns:a16="http://schemas.microsoft.com/office/drawing/2014/main" id="{2E867527-54FE-484D-B992-62D56BDA6CFC}"/>
              </a:ext>
            </a:extLst>
          </p:cNvPr>
          <p:cNvPicPr>
            <a:picLocks noChangeAspect="1"/>
          </p:cNvPicPr>
          <p:nvPr/>
        </p:nvPicPr>
        <p:blipFill>
          <a:blip r:embed="rId2"/>
          <a:stretch>
            <a:fillRect/>
          </a:stretch>
        </p:blipFill>
        <p:spPr>
          <a:xfrm>
            <a:off x="0" y="-1"/>
            <a:ext cx="12192000" cy="6858001"/>
          </a:xfrm>
          <a:prstGeom prst="rect">
            <a:avLst/>
          </a:prstGeom>
        </p:spPr>
      </p:pic>
    </p:spTree>
    <p:extLst>
      <p:ext uri="{BB962C8B-B14F-4D97-AF65-F5344CB8AC3E}">
        <p14:creationId xmlns:p14="http://schemas.microsoft.com/office/powerpoint/2010/main" val="181591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9D15C-543B-391C-3020-49DEAC3E76DE}"/>
              </a:ext>
            </a:extLst>
          </p:cNvPr>
          <p:cNvSpPr>
            <a:spLocks noGrp="1"/>
          </p:cNvSpPr>
          <p:nvPr>
            <p:ph type="title"/>
          </p:nvPr>
        </p:nvSpPr>
        <p:spPr>
          <a:xfrm>
            <a:off x="1611902" y="0"/>
            <a:ext cx="10018713" cy="1752599"/>
          </a:xfrm>
        </p:spPr>
        <p:txBody>
          <a:bodyPr/>
          <a:lstStyle/>
          <a:p>
            <a:pPr algn="l"/>
            <a:r>
              <a:rPr lang="en-US" b="1" dirty="0"/>
              <a:t>Presented by</a:t>
            </a:r>
            <a:r>
              <a:rPr lang="en-US" dirty="0"/>
              <a:t>:</a:t>
            </a:r>
          </a:p>
        </p:txBody>
      </p:sp>
      <p:sp>
        <p:nvSpPr>
          <p:cNvPr id="3" name="Content Placeholder 2">
            <a:extLst>
              <a:ext uri="{FF2B5EF4-FFF2-40B4-BE49-F238E27FC236}">
                <a16:creationId xmlns:a16="http://schemas.microsoft.com/office/drawing/2014/main" id="{94564D2A-9FBE-ECA0-91FA-BA1E33224611}"/>
              </a:ext>
            </a:extLst>
          </p:cNvPr>
          <p:cNvSpPr>
            <a:spLocks noGrp="1"/>
          </p:cNvSpPr>
          <p:nvPr>
            <p:ph idx="1"/>
          </p:nvPr>
        </p:nvSpPr>
        <p:spPr>
          <a:xfrm>
            <a:off x="1399249" y="1477927"/>
            <a:ext cx="10018713" cy="4146696"/>
          </a:xfrm>
        </p:spPr>
        <p:txBody>
          <a:bodyPr>
            <a:normAutofit/>
          </a:bodyPr>
          <a:lstStyle/>
          <a:p>
            <a:pPr algn="just"/>
            <a:r>
              <a:rPr lang="en-US" sz="3200" dirty="0"/>
              <a:t>Eisha Asim (</a:t>
            </a:r>
            <a:r>
              <a:rPr lang="en-US" sz="3200" dirty="0">
                <a:latin typeface="Calibri" panose="020F0502020204030204" pitchFamily="34" charset="0"/>
                <a:cs typeface="Calibri" panose="020F0502020204030204" pitchFamily="34" charset="0"/>
              </a:rPr>
              <a:t>243575</a:t>
            </a:r>
            <a:r>
              <a:rPr lang="en-US" sz="3200" dirty="0"/>
              <a:t>)</a:t>
            </a:r>
          </a:p>
          <a:p>
            <a:pPr algn="just"/>
            <a:r>
              <a:rPr lang="en-US" sz="3200" dirty="0"/>
              <a:t>Rasba Mazhar (</a:t>
            </a:r>
            <a:r>
              <a:rPr lang="en-US" sz="3200" dirty="0">
                <a:latin typeface="Calibri" panose="020F0502020204030204" pitchFamily="34" charset="0"/>
                <a:cs typeface="Calibri" panose="020F0502020204030204" pitchFamily="34" charset="0"/>
              </a:rPr>
              <a:t>243571</a:t>
            </a:r>
            <a:r>
              <a:rPr lang="en-US" sz="3200" dirty="0"/>
              <a:t>)</a:t>
            </a:r>
          </a:p>
          <a:p>
            <a:pPr algn="just"/>
            <a:r>
              <a:rPr lang="en-US" sz="3200" dirty="0"/>
              <a:t>Saleha Khurram (</a:t>
            </a:r>
            <a:r>
              <a:rPr lang="en-US" sz="3200" dirty="0">
                <a:latin typeface="Calibri" panose="020F0502020204030204" pitchFamily="34" charset="0"/>
                <a:cs typeface="Calibri" panose="020F0502020204030204" pitchFamily="34" charset="0"/>
              </a:rPr>
              <a:t>243529</a:t>
            </a:r>
            <a:r>
              <a:rPr lang="en-US" sz="3200" dirty="0"/>
              <a:t>)</a:t>
            </a:r>
          </a:p>
          <a:p>
            <a:pPr algn="just"/>
            <a:r>
              <a:rPr lang="en-US" sz="3200"/>
              <a:t>Laiba Shahzad </a:t>
            </a:r>
            <a:r>
              <a:rPr lang="en-US" sz="3200" dirty="0"/>
              <a:t>(</a:t>
            </a:r>
            <a:r>
              <a:rPr lang="en-US" sz="3200" dirty="0">
                <a:latin typeface="Calibri" panose="020F0502020204030204" pitchFamily="34" charset="0"/>
                <a:cs typeface="Calibri" panose="020F0502020204030204" pitchFamily="34" charset="0"/>
              </a:rPr>
              <a:t>243539</a:t>
            </a:r>
            <a:r>
              <a:rPr lang="en-US" sz="3200" dirty="0"/>
              <a:t>)</a:t>
            </a:r>
          </a:p>
          <a:p>
            <a:pPr algn="just"/>
            <a:r>
              <a:rPr lang="en-US" sz="3200" dirty="0"/>
              <a:t>Abeera Shahid (</a:t>
            </a:r>
            <a:r>
              <a:rPr lang="en-US" sz="3200" dirty="0">
                <a:latin typeface="Calibri" panose="020F0502020204030204" pitchFamily="34" charset="0"/>
                <a:cs typeface="Calibri" panose="020F0502020204030204" pitchFamily="34" charset="0"/>
              </a:rPr>
              <a:t>243589</a:t>
            </a:r>
            <a:r>
              <a:rPr lang="en-US" sz="3200" dirty="0"/>
              <a:t>) </a:t>
            </a:r>
          </a:p>
        </p:txBody>
      </p:sp>
    </p:spTree>
    <p:extLst>
      <p:ext uri="{BB962C8B-B14F-4D97-AF65-F5344CB8AC3E}">
        <p14:creationId xmlns:p14="http://schemas.microsoft.com/office/powerpoint/2010/main" val="1502779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28DE7-7880-49BD-BEA2-5A36F90DFE26}"/>
              </a:ext>
            </a:extLst>
          </p:cNvPr>
          <p:cNvSpPr>
            <a:spLocks noGrp="1"/>
          </p:cNvSpPr>
          <p:nvPr>
            <p:ph type="title"/>
          </p:nvPr>
        </p:nvSpPr>
        <p:spPr>
          <a:xfrm>
            <a:off x="2540381" y="2645734"/>
            <a:ext cx="8930747" cy="2110382"/>
          </a:xfrm>
        </p:spPr>
        <p:txBody>
          <a:bodyPr>
            <a:normAutofit fontScale="90000"/>
          </a:bodyPr>
          <a:lstStyle/>
          <a:p>
            <a:br>
              <a:rPr lang="en-US" dirty="0">
                <a:solidFill>
                  <a:srgbClr val="030303"/>
                </a:solidFill>
                <a:latin typeface="DM Sans Semi Bold" pitchFamily="34" charset="0"/>
                <a:ea typeface="DM Sans Semi Bold" pitchFamily="34" charset="-122"/>
                <a:cs typeface="DM Sans Semi Bold" pitchFamily="34" charset="-120"/>
              </a:rPr>
            </a:br>
            <a:r>
              <a:rPr lang="en-US" sz="5400" b="1" dirty="0">
                <a:solidFill>
                  <a:srgbClr val="030303"/>
                </a:solidFill>
                <a:ea typeface="DM Sans Semi Bold" pitchFamily="34" charset="-122"/>
                <a:cs typeface="Arial" panose="020B0604020202020204" pitchFamily="34" charset="0"/>
              </a:rPr>
              <a:t>Job Application Letter: A Comprehensive Guide</a:t>
            </a:r>
            <a:br>
              <a:rPr lang="en-US" dirty="0"/>
            </a:br>
            <a:endParaRPr lang="en-US" dirty="0"/>
          </a:p>
        </p:txBody>
      </p:sp>
    </p:spTree>
    <p:extLst>
      <p:ext uri="{BB962C8B-B14F-4D97-AF65-F5344CB8AC3E}">
        <p14:creationId xmlns:p14="http://schemas.microsoft.com/office/powerpoint/2010/main" val="7779310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AA1C8-3497-4D9B-AD7F-74D138A4167E}"/>
              </a:ext>
            </a:extLst>
          </p:cNvPr>
          <p:cNvSpPr>
            <a:spLocks noGrp="1"/>
          </p:cNvSpPr>
          <p:nvPr>
            <p:ph type="title"/>
          </p:nvPr>
        </p:nvSpPr>
        <p:spPr>
          <a:xfrm>
            <a:off x="251012" y="438149"/>
            <a:ext cx="7542808" cy="1641663"/>
          </a:xfrm>
        </p:spPr>
        <p:txBody>
          <a:bodyPr/>
          <a:lstStyle/>
          <a:p>
            <a:r>
              <a:rPr lang="en-US" b="1" dirty="0"/>
              <a:t>Job Application Letter </a:t>
            </a:r>
          </a:p>
        </p:txBody>
      </p:sp>
      <p:sp>
        <p:nvSpPr>
          <p:cNvPr id="3" name="Content Placeholder 2">
            <a:extLst>
              <a:ext uri="{FF2B5EF4-FFF2-40B4-BE49-F238E27FC236}">
                <a16:creationId xmlns:a16="http://schemas.microsoft.com/office/drawing/2014/main" id="{24F3F021-A25D-4DBF-B443-61CE8A015423}"/>
              </a:ext>
            </a:extLst>
          </p:cNvPr>
          <p:cNvSpPr>
            <a:spLocks noGrp="1"/>
          </p:cNvSpPr>
          <p:nvPr>
            <p:ph idx="1"/>
          </p:nvPr>
        </p:nvSpPr>
        <p:spPr>
          <a:xfrm>
            <a:off x="1506071" y="1730188"/>
            <a:ext cx="5780661" cy="4078941"/>
          </a:xfrm>
        </p:spPr>
        <p:txBody>
          <a:bodyPr/>
          <a:lstStyle/>
          <a:p>
            <a:pPr marL="0" indent="0">
              <a:buNone/>
            </a:pPr>
            <a:r>
              <a:rPr lang="en-US" dirty="0">
                <a:latin typeface="Arial" panose="020B0604020202020204" pitchFamily="34" charset="0"/>
                <a:ea typeface="Inter Medium" pitchFamily="34" charset="-122"/>
                <a:cs typeface="Arial" panose="020B0604020202020204" pitchFamily="34" charset="0"/>
              </a:rPr>
              <a:t>Today, we'll delve into the essential components of a successful job application, from crafting compelling paragraphs to understanding the structure and etiquette of this crucial document. We'll explore each aspect in detail, ensuring you are well-equipped to impress potential employers and secure your dream job</a:t>
            </a:r>
            <a:r>
              <a:rPr lang="en-US" dirty="0">
                <a:solidFill>
                  <a:srgbClr val="4B5563"/>
                </a:solidFill>
                <a:latin typeface="Noto Sans" panose="020B0502040204020203" pitchFamily="34" charset="0"/>
                <a:ea typeface="Inter Medium" pitchFamily="34" charset="-122"/>
                <a:cs typeface="Arial" panose="020B0604020202020204" pitchFamily="34" charset="0"/>
              </a:rPr>
              <a:t>.</a:t>
            </a:r>
            <a:endParaRPr lang="en-US"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2DD877B7-4872-187D-EFC9-96922D27F14E}"/>
              </a:ext>
            </a:extLst>
          </p:cNvPr>
          <p:cNvPicPr>
            <a:picLocks noChangeAspect="1"/>
          </p:cNvPicPr>
          <p:nvPr/>
        </p:nvPicPr>
        <p:blipFill>
          <a:blip r:embed="rId2">
            <a:duotone>
              <a:prstClr val="black"/>
              <a:schemeClr val="bg1">
                <a:tint val="45000"/>
                <a:satMod val="400000"/>
              </a:schemeClr>
            </a:duotone>
            <a:extLst>
              <a:ext uri="{28A0092B-C50C-407E-A947-70E740481C1C}">
                <a14:useLocalDpi xmlns:a14="http://schemas.microsoft.com/office/drawing/2010/main" val="0"/>
              </a:ext>
            </a:extLst>
          </a:blip>
          <a:stretch>
            <a:fillRect/>
          </a:stretch>
        </p:blipFill>
        <p:spPr>
          <a:xfrm>
            <a:off x="7591801" y="1258980"/>
            <a:ext cx="3962740" cy="5020235"/>
          </a:xfrm>
          <a:prstGeom prst="rect">
            <a:avLst/>
          </a:prstGeom>
        </p:spPr>
      </p:pic>
    </p:spTree>
    <p:extLst>
      <p:ext uri="{BB962C8B-B14F-4D97-AF65-F5344CB8AC3E}">
        <p14:creationId xmlns:p14="http://schemas.microsoft.com/office/powerpoint/2010/main" val="15020827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C088CFD-5292-4B70-85B1-CDDD7195560B}"/>
              </a:ext>
            </a:extLst>
          </p:cNvPr>
          <p:cNvSpPr>
            <a:spLocks noGrp="1"/>
          </p:cNvSpPr>
          <p:nvPr>
            <p:ph type="title"/>
          </p:nvPr>
        </p:nvSpPr>
        <p:spPr>
          <a:xfrm>
            <a:off x="1618782" y="638175"/>
            <a:ext cx="7925267" cy="1414743"/>
          </a:xfrm>
        </p:spPr>
        <p:txBody>
          <a:bodyPr>
            <a:normAutofit/>
          </a:bodyPr>
          <a:lstStyle/>
          <a:p>
            <a:r>
              <a:rPr lang="en-US" sz="4400" b="1" dirty="0">
                <a:solidFill>
                  <a:srgbClr val="030303"/>
                </a:solidFill>
                <a:ea typeface="DM Sans Semi Bold" pitchFamily="34" charset="-122"/>
                <a:cs typeface="DM Sans Semi Bold" pitchFamily="34" charset="-120"/>
              </a:rPr>
              <a:t>Definition of a Job Application</a:t>
            </a:r>
            <a:br>
              <a:rPr lang="en-US" dirty="0"/>
            </a:br>
            <a:endParaRPr lang="en-US" dirty="0"/>
          </a:p>
        </p:txBody>
      </p:sp>
      <p:sp>
        <p:nvSpPr>
          <p:cNvPr id="5" name="Content Placeholder 4">
            <a:extLst>
              <a:ext uri="{FF2B5EF4-FFF2-40B4-BE49-F238E27FC236}">
                <a16:creationId xmlns:a16="http://schemas.microsoft.com/office/drawing/2014/main" id="{E58C219D-D081-4D05-AA02-79EA8C72D5C9}"/>
              </a:ext>
            </a:extLst>
          </p:cNvPr>
          <p:cNvSpPr>
            <a:spLocks noGrp="1"/>
          </p:cNvSpPr>
          <p:nvPr>
            <p:ph sz="half" idx="1"/>
          </p:nvPr>
        </p:nvSpPr>
        <p:spPr>
          <a:xfrm>
            <a:off x="1694329" y="1963270"/>
            <a:ext cx="4555376" cy="3182471"/>
          </a:xfrm>
        </p:spPr>
        <p:txBody>
          <a:bodyPr>
            <a:normAutofit fontScale="92500"/>
          </a:bodyPr>
          <a:lstStyle/>
          <a:p>
            <a:pPr marL="0" indent="0" algn="just">
              <a:lnSpc>
                <a:spcPct val="150000"/>
              </a:lnSpc>
              <a:buNone/>
            </a:pPr>
            <a:r>
              <a:rPr lang="en-US" sz="2000" dirty="0">
                <a:latin typeface="Arial" panose="020B0604020202020204" pitchFamily="34" charset="0"/>
                <a:ea typeface="Inter Medium" pitchFamily="34" charset="-122"/>
                <a:cs typeface="Arial" panose="020B0604020202020204" pitchFamily="34" charset="0"/>
              </a:rPr>
              <a:t>A job application is a formal document that expresses your interest in a specific position at a company. It typically consists of two key parts: a resume summarizing your professional background and a cover letter outlining your qualifications and motivations</a:t>
            </a:r>
            <a:r>
              <a:rPr lang="en-US" dirty="0">
                <a:latin typeface="Arial" panose="020B0604020202020204" pitchFamily="34" charset="0"/>
                <a:ea typeface="Inter Medium" pitchFamily="34" charset="-122"/>
                <a:cs typeface="Arial" panose="020B0604020202020204" pitchFamily="34" charset="0"/>
              </a:rPr>
              <a:t>.</a:t>
            </a:r>
            <a:endParaRPr lang="en-US" dirty="0">
              <a:latin typeface="Arial" panose="020B0604020202020204" pitchFamily="34" charset="0"/>
              <a:cs typeface="Arial" panose="020B0604020202020204" pitchFamily="34" charset="0"/>
            </a:endParaRPr>
          </a:p>
        </p:txBody>
      </p:sp>
      <p:sp>
        <p:nvSpPr>
          <p:cNvPr id="6" name="Content Placeholder 5">
            <a:extLst>
              <a:ext uri="{FF2B5EF4-FFF2-40B4-BE49-F238E27FC236}">
                <a16:creationId xmlns:a16="http://schemas.microsoft.com/office/drawing/2014/main" id="{126730F8-A994-4F07-97C7-18E616C1E05C}"/>
              </a:ext>
            </a:extLst>
          </p:cNvPr>
          <p:cNvSpPr>
            <a:spLocks noGrp="1"/>
          </p:cNvSpPr>
          <p:nvPr>
            <p:ph sz="half" idx="2"/>
          </p:nvPr>
        </p:nvSpPr>
        <p:spPr>
          <a:xfrm>
            <a:off x="7304930" y="1891553"/>
            <a:ext cx="4555376" cy="3182471"/>
          </a:xfrm>
        </p:spPr>
        <p:txBody>
          <a:bodyPr>
            <a:normAutofit fontScale="92500"/>
          </a:bodyPr>
          <a:lstStyle/>
          <a:p>
            <a:pPr marL="0" indent="0" algn="just">
              <a:lnSpc>
                <a:spcPct val="150000"/>
              </a:lnSpc>
              <a:buNone/>
            </a:pPr>
            <a:r>
              <a:rPr lang="en-US" sz="2200" dirty="0">
                <a:latin typeface="Arial" panose="020B0604020202020204" pitchFamily="34" charset="0"/>
                <a:ea typeface="Inter Medium" pitchFamily="34" charset="-122"/>
                <a:cs typeface="Arial" panose="020B0604020202020204" pitchFamily="34" charset="0"/>
              </a:rPr>
              <a:t>This comprehensive package serves as your introduction to a prospective employer, showcasing your skills, experiences, and eagerness to contribute to the company's success. </a:t>
            </a:r>
            <a:endParaRPr lang="en-US" sz="2200" dirty="0">
              <a:latin typeface="Arial" panose="020B060402020202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40497358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1D76D-E353-4406-BA78-92644FB3D56B}"/>
              </a:ext>
            </a:extLst>
          </p:cNvPr>
          <p:cNvSpPr>
            <a:spLocks noGrp="1"/>
          </p:cNvSpPr>
          <p:nvPr>
            <p:ph type="title"/>
          </p:nvPr>
        </p:nvSpPr>
        <p:spPr>
          <a:xfrm>
            <a:off x="1405380" y="215153"/>
            <a:ext cx="5694667" cy="1940859"/>
          </a:xfrm>
        </p:spPr>
        <p:txBody>
          <a:bodyPr>
            <a:normAutofit/>
          </a:bodyPr>
          <a:lstStyle/>
          <a:p>
            <a:r>
              <a:rPr lang="en-US" b="1" dirty="0">
                <a:solidFill>
                  <a:srgbClr val="030303"/>
                </a:solidFill>
                <a:ea typeface="DM Sans Semi Bold" pitchFamily="34" charset="-122"/>
                <a:cs typeface="DM Sans Semi Bold" pitchFamily="34" charset="-120"/>
              </a:rPr>
              <a:t>Why Job Applications Matter?</a:t>
            </a:r>
            <a:br>
              <a:rPr lang="en-US" b="1" dirty="0"/>
            </a:br>
            <a:endParaRPr lang="en-US" b="1" dirty="0"/>
          </a:p>
        </p:txBody>
      </p:sp>
      <p:sp>
        <p:nvSpPr>
          <p:cNvPr id="3" name="Content Placeholder 2">
            <a:extLst>
              <a:ext uri="{FF2B5EF4-FFF2-40B4-BE49-F238E27FC236}">
                <a16:creationId xmlns:a16="http://schemas.microsoft.com/office/drawing/2014/main" id="{A3A6D220-5756-4046-BDD3-297797026BD4}"/>
              </a:ext>
            </a:extLst>
          </p:cNvPr>
          <p:cNvSpPr>
            <a:spLocks noGrp="1"/>
          </p:cNvSpPr>
          <p:nvPr>
            <p:ph sz="half" idx="1"/>
          </p:nvPr>
        </p:nvSpPr>
        <p:spPr>
          <a:xfrm>
            <a:off x="1506071" y="1467969"/>
            <a:ext cx="3155576" cy="3234019"/>
          </a:xfrm>
        </p:spPr>
        <p:txBody>
          <a:bodyPr>
            <a:normAutofit fontScale="92500"/>
          </a:bodyPr>
          <a:lstStyle/>
          <a:p>
            <a:pPr marL="0" indent="0" algn="just">
              <a:buNone/>
            </a:pPr>
            <a:r>
              <a:rPr lang="en-US" b="1" dirty="0">
                <a:latin typeface="Arial" panose="020B0604020202020204" pitchFamily="34" charset="0"/>
                <a:ea typeface="DM Sans Semi Bold" pitchFamily="34" charset="-122"/>
                <a:cs typeface="Arial" panose="020B0604020202020204" pitchFamily="34" charset="0"/>
              </a:rPr>
              <a:t>First Impression</a:t>
            </a:r>
            <a:endParaRPr lang="en-US" b="1" dirty="0">
              <a:latin typeface="Arial" panose="020B0604020202020204" pitchFamily="34" charset="0"/>
              <a:cs typeface="Arial" panose="020B0604020202020204" pitchFamily="34" charset="0"/>
            </a:endParaRPr>
          </a:p>
          <a:p>
            <a:pPr marL="0" indent="0" algn="just">
              <a:buNone/>
            </a:pPr>
            <a:r>
              <a:rPr lang="en-US" dirty="0">
                <a:latin typeface="Arial" panose="020B0604020202020204" pitchFamily="34" charset="0"/>
                <a:ea typeface="Inter Medium" pitchFamily="34" charset="-122"/>
                <a:cs typeface="Arial" panose="020B0604020202020204" pitchFamily="34" charset="0"/>
              </a:rPr>
              <a:t>Your job application often serves as the initial point of contact with a potential employer. It provides your first impression, highlighting your professionalism, communication skills, and suitability for the role.</a:t>
            </a:r>
            <a:endParaRPr lang="en-US" dirty="0">
              <a:latin typeface="Arial" panose="020B0604020202020204" pitchFamily="34" charset="0"/>
              <a:cs typeface="Arial" panose="020B0604020202020204" pitchFamily="34" charset="0"/>
            </a:endParaRPr>
          </a:p>
          <a:p>
            <a:pPr marL="0" indent="0">
              <a:buNone/>
            </a:pPr>
            <a:endParaRPr lang="en-US" dirty="0"/>
          </a:p>
        </p:txBody>
      </p:sp>
      <p:sp>
        <p:nvSpPr>
          <p:cNvPr id="4" name="Content Placeholder 3">
            <a:extLst>
              <a:ext uri="{FF2B5EF4-FFF2-40B4-BE49-F238E27FC236}">
                <a16:creationId xmlns:a16="http://schemas.microsoft.com/office/drawing/2014/main" id="{4F445F50-34AA-4C7B-AC0F-BBF03DCA4347}"/>
              </a:ext>
            </a:extLst>
          </p:cNvPr>
          <p:cNvSpPr>
            <a:spLocks noGrp="1"/>
          </p:cNvSpPr>
          <p:nvPr>
            <p:ph sz="half" idx="2"/>
          </p:nvPr>
        </p:nvSpPr>
        <p:spPr>
          <a:xfrm>
            <a:off x="4827495" y="1667435"/>
            <a:ext cx="3101787" cy="2761689"/>
          </a:xfrm>
        </p:spPr>
        <p:txBody>
          <a:bodyPr>
            <a:normAutofit fontScale="92500"/>
          </a:bodyPr>
          <a:lstStyle/>
          <a:p>
            <a:pPr marL="0" indent="0" algn="just">
              <a:buNone/>
            </a:pPr>
            <a:r>
              <a:rPr lang="en-US" b="1" dirty="0">
                <a:latin typeface="Arial" panose="020B0604020202020204" pitchFamily="34" charset="0"/>
                <a:ea typeface="DM Sans Semi Bold" pitchFamily="34" charset="-122"/>
                <a:cs typeface="Arial" panose="020B0604020202020204" pitchFamily="34" charset="0"/>
              </a:rPr>
              <a:t>Filtering Candidate</a:t>
            </a:r>
          </a:p>
          <a:p>
            <a:pPr marL="0" indent="0" algn="just">
              <a:buNone/>
            </a:pPr>
            <a:r>
              <a:rPr lang="en-US" dirty="0">
                <a:latin typeface="Arial" panose="020B0604020202020204" pitchFamily="34" charset="0"/>
                <a:ea typeface="Inter Medium" pitchFamily="34" charset="-122"/>
                <a:cs typeface="Arial" panose="020B0604020202020204" pitchFamily="34" charset="0"/>
              </a:rPr>
              <a:t>Companies receive numerous applications for every position. A well-structured and compelling application can help you stand out from the crowd and increase your chances of being selected for an interview.</a:t>
            </a:r>
            <a:endParaRPr lang="en-US" dirty="0">
              <a:latin typeface="Arial" panose="020B0604020202020204" pitchFamily="34" charset="0"/>
              <a:cs typeface="Arial" panose="020B0604020202020204" pitchFamily="34" charset="0"/>
            </a:endParaRPr>
          </a:p>
          <a:p>
            <a:endParaRPr lang="en-US" dirty="0"/>
          </a:p>
        </p:txBody>
      </p:sp>
      <p:pic>
        <p:nvPicPr>
          <p:cNvPr id="8" name="Picture 7">
            <a:extLst>
              <a:ext uri="{FF2B5EF4-FFF2-40B4-BE49-F238E27FC236}">
                <a16:creationId xmlns:a16="http://schemas.microsoft.com/office/drawing/2014/main" id="{7149350F-F430-4E9E-973C-38DC149517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48918" y="1"/>
            <a:ext cx="4043082" cy="6857999"/>
          </a:xfrm>
          <a:prstGeom prst="rect">
            <a:avLst/>
          </a:prstGeom>
        </p:spPr>
      </p:pic>
      <p:sp>
        <p:nvSpPr>
          <p:cNvPr id="9" name="TextBox 8">
            <a:extLst>
              <a:ext uri="{FF2B5EF4-FFF2-40B4-BE49-F238E27FC236}">
                <a16:creationId xmlns:a16="http://schemas.microsoft.com/office/drawing/2014/main" id="{AB1DF817-47AC-4473-A3C3-A63E385D0DD3}"/>
              </a:ext>
            </a:extLst>
          </p:cNvPr>
          <p:cNvSpPr txBox="1"/>
          <p:nvPr/>
        </p:nvSpPr>
        <p:spPr>
          <a:xfrm>
            <a:off x="1666875" y="4547347"/>
            <a:ext cx="6096559" cy="1667764"/>
          </a:xfrm>
          <a:prstGeom prst="rect">
            <a:avLst/>
          </a:prstGeom>
          <a:noFill/>
        </p:spPr>
        <p:txBody>
          <a:bodyPr wrap="square" rtlCol="0">
            <a:spAutoFit/>
          </a:bodyPr>
          <a:lstStyle/>
          <a:p>
            <a:pPr algn="just">
              <a:lnSpc>
                <a:spcPts val="2500"/>
              </a:lnSpc>
            </a:pPr>
            <a:r>
              <a:rPr lang="en-US" b="1" dirty="0">
                <a:latin typeface="Arial" panose="020B0604020202020204" pitchFamily="34" charset="0"/>
                <a:ea typeface="DM Sans Semi Bold" pitchFamily="34" charset="-122"/>
                <a:cs typeface="Arial" panose="020B0604020202020204" pitchFamily="34" charset="0"/>
              </a:rPr>
              <a:t>Demonstrating Interest</a:t>
            </a:r>
            <a:endParaRPr lang="en-US" b="1" dirty="0">
              <a:latin typeface="Arial" panose="020B0604020202020204" pitchFamily="34" charset="0"/>
              <a:cs typeface="Arial" panose="020B0604020202020204" pitchFamily="34" charset="0"/>
            </a:endParaRPr>
          </a:p>
          <a:p>
            <a:pPr algn="just">
              <a:lnSpc>
                <a:spcPts val="2500"/>
              </a:lnSpc>
            </a:pPr>
            <a:r>
              <a:rPr lang="en-US" dirty="0">
                <a:latin typeface="Arial" panose="020B0604020202020204" pitchFamily="34" charset="0"/>
                <a:ea typeface="Inter Medium" pitchFamily="34" charset="-122"/>
                <a:cs typeface="Arial" panose="020B0604020202020204" pitchFamily="34" charset="0"/>
              </a:rPr>
              <a:t>A job application showcases your genuine interest in the company and its specific position. By taking the time to craft a thoughtful application, you convey your dedication and enthusiasm.</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653004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76AAB-587B-430D-A41B-BC1287FCDD21}"/>
              </a:ext>
            </a:extLst>
          </p:cNvPr>
          <p:cNvSpPr>
            <a:spLocks noGrp="1"/>
          </p:cNvSpPr>
          <p:nvPr>
            <p:ph type="title"/>
          </p:nvPr>
        </p:nvSpPr>
        <p:spPr>
          <a:xfrm>
            <a:off x="1484312" y="2877671"/>
            <a:ext cx="8421688" cy="484094"/>
          </a:xfrm>
        </p:spPr>
        <p:txBody>
          <a:bodyPr>
            <a:normAutofit fontScale="90000"/>
          </a:bodyPr>
          <a:lstStyle/>
          <a:p>
            <a:r>
              <a:rPr lang="en-US" sz="4400" b="1" dirty="0">
                <a:solidFill>
                  <a:srgbClr val="030303"/>
                </a:solidFill>
                <a:ea typeface="DM Sans Semi Bold" pitchFamily="34" charset="-122"/>
                <a:cs typeface="DM Sans Semi Bold" pitchFamily="34" charset="-120"/>
              </a:rPr>
              <a:t>Key Components of a Job Application</a:t>
            </a:r>
            <a:br>
              <a:rPr lang="en-US" dirty="0"/>
            </a:br>
            <a:endParaRPr lang="en-US" dirty="0"/>
          </a:p>
        </p:txBody>
      </p:sp>
      <p:sp>
        <p:nvSpPr>
          <p:cNvPr id="3" name="Content Placeholder 2">
            <a:extLst>
              <a:ext uri="{FF2B5EF4-FFF2-40B4-BE49-F238E27FC236}">
                <a16:creationId xmlns:a16="http://schemas.microsoft.com/office/drawing/2014/main" id="{17384CA7-FD5E-4852-A968-4FEE79AC66B3}"/>
              </a:ext>
            </a:extLst>
          </p:cNvPr>
          <p:cNvSpPr>
            <a:spLocks noGrp="1"/>
          </p:cNvSpPr>
          <p:nvPr>
            <p:ph sz="half" idx="1"/>
          </p:nvPr>
        </p:nvSpPr>
        <p:spPr>
          <a:xfrm>
            <a:off x="1484312" y="3532094"/>
            <a:ext cx="4895055" cy="2429435"/>
          </a:xfrm>
        </p:spPr>
        <p:txBody>
          <a:bodyPr/>
          <a:lstStyle/>
          <a:p>
            <a:pPr marL="0" indent="0" algn="just">
              <a:buNone/>
            </a:pPr>
            <a:r>
              <a:rPr lang="en-US" b="1" dirty="0">
                <a:latin typeface="Arial" panose="020B0604020202020204" pitchFamily="34" charset="0"/>
                <a:ea typeface="DM Sans Semi Bold" pitchFamily="34" charset="-122"/>
                <a:cs typeface="Arial" panose="020B0604020202020204" pitchFamily="34" charset="0"/>
              </a:rPr>
              <a:t>Resume</a:t>
            </a:r>
            <a:endParaRPr lang="en-US" b="1" dirty="0">
              <a:latin typeface="Arial" panose="020B0604020202020204" pitchFamily="34" charset="0"/>
              <a:cs typeface="Arial" panose="020B0604020202020204" pitchFamily="34" charset="0"/>
            </a:endParaRPr>
          </a:p>
          <a:p>
            <a:pPr marL="0" indent="0" algn="just">
              <a:buNone/>
            </a:pPr>
            <a:r>
              <a:rPr lang="en-US" dirty="0">
                <a:latin typeface="Arial" panose="020B0604020202020204" pitchFamily="34" charset="0"/>
                <a:ea typeface="Inter Medium" pitchFamily="34" charset="-122"/>
                <a:cs typeface="Arial" panose="020B0604020202020204" pitchFamily="34" charset="0"/>
              </a:rPr>
              <a:t>A chronological summary of your professional background, including education, work experience, skills, and achievements. This document outlines your career journey and highlights your qualifications</a:t>
            </a:r>
            <a:endParaRPr lang="en-US" dirty="0">
              <a:latin typeface="Arial" panose="020B0604020202020204" pitchFamily="34" charset="0"/>
              <a:cs typeface="Arial" panose="020B0604020202020204" pitchFamily="34" charset="0"/>
            </a:endParaRPr>
          </a:p>
        </p:txBody>
      </p:sp>
      <p:sp>
        <p:nvSpPr>
          <p:cNvPr id="4" name="Content Placeholder 3">
            <a:extLst>
              <a:ext uri="{FF2B5EF4-FFF2-40B4-BE49-F238E27FC236}">
                <a16:creationId xmlns:a16="http://schemas.microsoft.com/office/drawing/2014/main" id="{279EBCC6-DE47-4F7F-9617-D6D153A0D681}"/>
              </a:ext>
            </a:extLst>
          </p:cNvPr>
          <p:cNvSpPr>
            <a:spLocks noGrp="1"/>
          </p:cNvSpPr>
          <p:nvPr>
            <p:ph sz="half" idx="2"/>
          </p:nvPr>
        </p:nvSpPr>
        <p:spPr>
          <a:xfrm>
            <a:off x="6768352" y="3654707"/>
            <a:ext cx="4966447" cy="2259106"/>
          </a:xfrm>
        </p:spPr>
        <p:txBody>
          <a:bodyPr/>
          <a:lstStyle/>
          <a:p>
            <a:pPr marL="0" indent="0" algn="just">
              <a:buNone/>
            </a:pPr>
            <a:r>
              <a:rPr lang="en-US" b="1" dirty="0">
                <a:latin typeface="Arial" panose="020B0604020202020204" pitchFamily="34" charset="0"/>
                <a:ea typeface="DM Sans Semi Bold" pitchFamily="34" charset="-122"/>
                <a:cs typeface="Arial" panose="020B0604020202020204" pitchFamily="34" charset="0"/>
              </a:rPr>
              <a:t>Cover Letter</a:t>
            </a:r>
            <a:endParaRPr lang="en-US" b="1" dirty="0">
              <a:latin typeface="Arial" panose="020B0604020202020204" pitchFamily="34" charset="0"/>
              <a:cs typeface="Arial" panose="020B0604020202020204" pitchFamily="34" charset="0"/>
            </a:endParaRPr>
          </a:p>
          <a:p>
            <a:pPr marL="0" indent="0" algn="just">
              <a:buNone/>
            </a:pPr>
            <a:r>
              <a:rPr lang="en-US" dirty="0">
                <a:latin typeface="Arial" panose="020B0604020202020204" pitchFamily="34" charset="0"/>
                <a:ea typeface="Inter Medium" pitchFamily="34" charset="-122"/>
                <a:cs typeface="Arial" panose="020B0604020202020204" pitchFamily="34" charset="0"/>
              </a:rPr>
              <a:t>A personalized letter addressing a specific job opportunity. This letter explains your interest in the position, highlights relevant skills, and outlines your contributions to the company.</a:t>
            </a:r>
            <a:endParaRPr lang="en-US" dirty="0">
              <a:latin typeface="Arial" panose="020B0604020202020204" pitchFamily="34" charset="0"/>
              <a:cs typeface="Arial" panose="020B0604020202020204" pitchFamily="34" charset="0"/>
            </a:endParaRPr>
          </a:p>
          <a:p>
            <a:endParaRPr lang="en-US" dirty="0"/>
          </a:p>
        </p:txBody>
      </p:sp>
      <p:pic>
        <p:nvPicPr>
          <p:cNvPr id="6" name="Picture 5">
            <a:extLst>
              <a:ext uri="{FF2B5EF4-FFF2-40B4-BE49-F238E27FC236}">
                <a16:creationId xmlns:a16="http://schemas.microsoft.com/office/drawing/2014/main" id="{5B30157E-7E26-4239-A4C6-74A0020574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30187" y="0"/>
            <a:ext cx="10461813" cy="2147047"/>
          </a:xfrm>
          <a:prstGeom prst="rect">
            <a:avLst/>
          </a:prstGeom>
        </p:spPr>
      </p:pic>
      <p:pic>
        <p:nvPicPr>
          <p:cNvPr id="7" name="Picture 6">
            <a:extLst>
              <a:ext uri="{FF2B5EF4-FFF2-40B4-BE49-F238E27FC236}">
                <a16:creationId xmlns:a16="http://schemas.microsoft.com/office/drawing/2014/main" id="{4B955F3F-05B7-4E63-ABDD-2E7E3580768F}"/>
              </a:ext>
            </a:extLst>
          </p:cNvPr>
          <p:cNvPicPr>
            <a:picLocks noChangeAspect="1"/>
          </p:cNvPicPr>
          <p:nvPr/>
        </p:nvPicPr>
        <p:blipFill>
          <a:blip r:embed="rId3"/>
          <a:stretch>
            <a:fillRect/>
          </a:stretch>
        </p:blipFill>
        <p:spPr>
          <a:xfrm>
            <a:off x="1730187" y="3337934"/>
            <a:ext cx="484095" cy="316604"/>
          </a:xfrm>
          <a:prstGeom prst="rect">
            <a:avLst/>
          </a:prstGeom>
        </p:spPr>
      </p:pic>
      <p:pic>
        <p:nvPicPr>
          <p:cNvPr id="8" name="Picture 7">
            <a:extLst>
              <a:ext uri="{FF2B5EF4-FFF2-40B4-BE49-F238E27FC236}">
                <a16:creationId xmlns:a16="http://schemas.microsoft.com/office/drawing/2014/main" id="{F3C20936-8F8B-40ED-84EE-8E024F0F1F8D}"/>
              </a:ext>
            </a:extLst>
          </p:cNvPr>
          <p:cNvPicPr>
            <a:picLocks noChangeAspect="1"/>
          </p:cNvPicPr>
          <p:nvPr/>
        </p:nvPicPr>
        <p:blipFill>
          <a:blip r:embed="rId4"/>
          <a:stretch>
            <a:fillRect/>
          </a:stretch>
        </p:blipFill>
        <p:spPr>
          <a:xfrm>
            <a:off x="7028287" y="3361765"/>
            <a:ext cx="394490" cy="376856"/>
          </a:xfrm>
          <a:prstGeom prst="rect">
            <a:avLst/>
          </a:prstGeom>
        </p:spPr>
      </p:pic>
    </p:spTree>
    <p:extLst>
      <p:ext uri="{BB962C8B-B14F-4D97-AF65-F5344CB8AC3E}">
        <p14:creationId xmlns:p14="http://schemas.microsoft.com/office/powerpoint/2010/main" val="30778478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7C4C5-532B-4A33-B03A-A63CBD9DFA4C}"/>
              </a:ext>
            </a:extLst>
          </p:cNvPr>
          <p:cNvSpPr>
            <a:spLocks noGrp="1"/>
          </p:cNvSpPr>
          <p:nvPr>
            <p:ph type="title"/>
          </p:nvPr>
        </p:nvSpPr>
        <p:spPr/>
        <p:txBody>
          <a:bodyPr/>
          <a:lstStyle/>
          <a:p>
            <a:r>
              <a:rPr lang="en-US" b="1" dirty="0">
                <a:solidFill>
                  <a:srgbClr val="030303"/>
                </a:solidFill>
                <a:ea typeface="DM Sans Semi Bold" pitchFamily="34" charset="-122"/>
                <a:cs typeface="DM Sans Semi Bold" pitchFamily="34" charset="-120"/>
              </a:rPr>
              <a:t>Address, Salutation, and Paragraphs</a:t>
            </a:r>
            <a:br>
              <a:rPr lang="en-US" dirty="0"/>
            </a:br>
            <a:endParaRPr lang="en-US" dirty="0"/>
          </a:p>
        </p:txBody>
      </p:sp>
      <p:sp>
        <p:nvSpPr>
          <p:cNvPr id="3" name="Content Placeholder 2">
            <a:extLst>
              <a:ext uri="{FF2B5EF4-FFF2-40B4-BE49-F238E27FC236}">
                <a16:creationId xmlns:a16="http://schemas.microsoft.com/office/drawing/2014/main" id="{178CC3C9-5983-4313-A1F3-9969C7CB448F}"/>
              </a:ext>
            </a:extLst>
          </p:cNvPr>
          <p:cNvSpPr>
            <a:spLocks noGrp="1"/>
          </p:cNvSpPr>
          <p:nvPr>
            <p:ph sz="half" idx="1"/>
          </p:nvPr>
        </p:nvSpPr>
        <p:spPr>
          <a:xfrm>
            <a:off x="1484312" y="2438399"/>
            <a:ext cx="3163887" cy="3003177"/>
          </a:xfrm>
        </p:spPr>
        <p:txBody>
          <a:bodyPr>
            <a:normAutofit/>
          </a:bodyPr>
          <a:lstStyle/>
          <a:p>
            <a:pPr marL="0" indent="0">
              <a:buNone/>
            </a:pPr>
            <a:r>
              <a:rPr lang="en-US" b="1" dirty="0">
                <a:latin typeface="Arial" panose="020B0604020202020204" pitchFamily="34" charset="0"/>
                <a:ea typeface="DM Sans Semi Bold" pitchFamily="34" charset="-122"/>
                <a:cs typeface="Arial" panose="020B0604020202020204" pitchFamily="34" charset="0"/>
              </a:rPr>
              <a:t>Address</a:t>
            </a:r>
          </a:p>
          <a:p>
            <a:pPr marL="0" indent="0">
              <a:buNone/>
            </a:pPr>
            <a:r>
              <a:rPr lang="en-US" dirty="0">
                <a:latin typeface="Arial" panose="020B0604020202020204" pitchFamily="34" charset="0"/>
                <a:ea typeface="Inter Medium" pitchFamily="34" charset="-122"/>
                <a:cs typeface="Arial" panose="020B0604020202020204" pitchFamily="34" charset="0"/>
              </a:rPr>
              <a:t>The address of the recipient, typically the hiring manager or the company's human resources department, is placed at the top left of the letter. Use a formal and professional tone</a:t>
            </a:r>
            <a:r>
              <a:rPr lang="en-US" dirty="0">
                <a:solidFill>
                  <a:srgbClr val="464646"/>
                </a:solidFill>
                <a:latin typeface="Arial" panose="020B0604020202020204" pitchFamily="34" charset="0"/>
                <a:ea typeface="Inter Medium" pitchFamily="34" charset="-122"/>
                <a:cs typeface="Arial" panose="020B0604020202020204" pitchFamily="34" charset="0"/>
              </a:rPr>
              <a:t>.</a:t>
            </a:r>
            <a:endParaRPr lang="en-US" dirty="0">
              <a:latin typeface="Arial" panose="020B0604020202020204" pitchFamily="34" charset="0"/>
              <a:cs typeface="Arial" panose="020B0604020202020204" pitchFamily="34" charset="0"/>
            </a:endParaRPr>
          </a:p>
          <a:p>
            <a:endParaRPr lang="en-US" b="1" dirty="0"/>
          </a:p>
          <a:p>
            <a:endParaRPr lang="en-US" dirty="0"/>
          </a:p>
        </p:txBody>
      </p:sp>
      <p:sp>
        <p:nvSpPr>
          <p:cNvPr id="4" name="Content Placeholder 3">
            <a:extLst>
              <a:ext uri="{FF2B5EF4-FFF2-40B4-BE49-F238E27FC236}">
                <a16:creationId xmlns:a16="http://schemas.microsoft.com/office/drawing/2014/main" id="{A1459EC8-9DBA-4619-BBD2-31BD4AB4A284}"/>
              </a:ext>
            </a:extLst>
          </p:cNvPr>
          <p:cNvSpPr>
            <a:spLocks noGrp="1"/>
          </p:cNvSpPr>
          <p:nvPr>
            <p:ph sz="half" idx="2"/>
          </p:nvPr>
        </p:nvSpPr>
        <p:spPr>
          <a:xfrm>
            <a:off x="4859848" y="2034988"/>
            <a:ext cx="3163887" cy="3406588"/>
          </a:xfrm>
        </p:spPr>
        <p:txBody>
          <a:bodyPr>
            <a:normAutofit/>
          </a:bodyPr>
          <a:lstStyle/>
          <a:p>
            <a:pPr marL="0" indent="0">
              <a:buNone/>
            </a:pPr>
            <a:r>
              <a:rPr lang="en-US" b="1" dirty="0">
                <a:latin typeface="Arial" panose="020B0604020202020204" pitchFamily="34" charset="0"/>
                <a:ea typeface="DM Sans Semi Bold" pitchFamily="34" charset="-122"/>
                <a:cs typeface="Arial" panose="020B0604020202020204" pitchFamily="34" charset="0"/>
              </a:rPr>
              <a:t>Salutation</a:t>
            </a:r>
          </a:p>
          <a:p>
            <a:pPr marL="0" indent="0">
              <a:buNone/>
            </a:pPr>
            <a:r>
              <a:rPr lang="en-US" dirty="0">
                <a:latin typeface="Arial" panose="020B0604020202020204" pitchFamily="34" charset="0"/>
                <a:ea typeface="Inter Medium" pitchFamily="34" charset="-122"/>
                <a:cs typeface="Arial" panose="020B0604020202020204" pitchFamily="34" charset="0"/>
              </a:rPr>
              <a:t>The salutation, or greeting, is a formal address to the recipient. Use "Dear [Hiring Manager's name]" if you know the name or "Dear Hiring Manager" if the name is unavailable</a:t>
            </a:r>
            <a:endParaRPr lang="en-US" b="1" dirty="0">
              <a:latin typeface="Arial" panose="020B0604020202020204" pitchFamily="34" charset="0"/>
              <a:cs typeface="Arial" panose="020B0604020202020204" pitchFamily="34" charset="0"/>
            </a:endParaRPr>
          </a:p>
          <a:p>
            <a:endParaRPr lang="en-US" dirty="0"/>
          </a:p>
        </p:txBody>
      </p:sp>
      <p:sp>
        <p:nvSpPr>
          <p:cNvPr id="8" name="TextBox 7">
            <a:extLst>
              <a:ext uri="{FF2B5EF4-FFF2-40B4-BE49-F238E27FC236}">
                <a16:creationId xmlns:a16="http://schemas.microsoft.com/office/drawing/2014/main" id="{CBDA053D-6D05-4E3C-84E3-D2C366E71E25}"/>
              </a:ext>
            </a:extLst>
          </p:cNvPr>
          <p:cNvSpPr txBox="1"/>
          <p:nvPr/>
        </p:nvSpPr>
        <p:spPr>
          <a:xfrm>
            <a:off x="8059271" y="1876426"/>
            <a:ext cx="3340001" cy="4013278"/>
          </a:xfrm>
          <a:prstGeom prst="rect">
            <a:avLst/>
          </a:prstGeom>
          <a:noFill/>
        </p:spPr>
        <p:txBody>
          <a:bodyPr wrap="square" rtlCol="0">
            <a:spAutoFit/>
          </a:bodyPr>
          <a:lstStyle/>
          <a:p>
            <a:pPr>
              <a:lnSpc>
                <a:spcPts val="2750"/>
              </a:lnSpc>
            </a:pPr>
            <a:endParaRPr lang="en-US" b="1" dirty="0">
              <a:solidFill>
                <a:srgbClr val="030303"/>
              </a:solidFill>
              <a:latin typeface="DM Sans Semi Bold" pitchFamily="34" charset="0"/>
              <a:ea typeface="DM Sans Semi Bold" pitchFamily="34" charset="-122"/>
              <a:cs typeface="DM Sans Semi Bold" pitchFamily="34" charset="-120"/>
            </a:endParaRPr>
          </a:p>
          <a:p>
            <a:pPr>
              <a:lnSpc>
                <a:spcPts val="2750"/>
              </a:lnSpc>
            </a:pPr>
            <a:r>
              <a:rPr lang="en-US" b="1" dirty="0">
                <a:latin typeface="Arial" panose="020B0604020202020204" pitchFamily="34" charset="0"/>
                <a:ea typeface="DM Sans Semi Bold" pitchFamily="34" charset="-122"/>
                <a:cs typeface="Arial" panose="020B0604020202020204" pitchFamily="34" charset="0"/>
              </a:rPr>
              <a:t>Paragraphs</a:t>
            </a:r>
            <a:endParaRPr lang="en-US" b="1" dirty="0">
              <a:latin typeface="Arial" panose="020B0604020202020204" pitchFamily="34" charset="0"/>
              <a:cs typeface="Arial" panose="020B0604020202020204" pitchFamily="34" charset="0"/>
            </a:endParaRPr>
          </a:p>
          <a:p>
            <a:pPr>
              <a:lnSpc>
                <a:spcPts val="2750"/>
              </a:lnSpc>
            </a:pPr>
            <a:r>
              <a:rPr lang="en-US" dirty="0">
                <a:latin typeface="Arial" panose="020B0604020202020204" pitchFamily="34" charset="0"/>
                <a:ea typeface="Inter Medium" pitchFamily="34" charset="-122"/>
                <a:cs typeface="Arial" panose="020B0604020202020204" pitchFamily="34" charset="0"/>
              </a:rPr>
              <a:t>The body of the letter comprises multiple paragraphs that detail your qualifications, interest in the position, and contributions to the company. Each paragraph should focus on a specific theme or aspect of your candidacy.</a:t>
            </a:r>
            <a:endParaRPr lang="en-US" dirty="0">
              <a:latin typeface="Arial" panose="020B0604020202020204" pitchFamily="34" charset="0"/>
              <a:cs typeface="Arial" panose="020B0604020202020204" pitchFamily="34" charset="0"/>
            </a:endParaRPr>
          </a:p>
          <a:p>
            <a:pPr>
              <a:lnSpc>
                <a:spcPts val="2750"/>
              </a:lnSpc>
            </a:pPr>
            <a:endParaRPr lang="en-US" b="1" dirty="0"/>
          </a:p>
        </p:txBody>
      </p:sp>
    </p:spTree>
    <p:extLst>
      <p:ext uri="{BB962C8B-B14F-4D97-AF65-F5344CB8AC3E}">
        <p14:creationId xmlns:p14="http://schemas.microsoft.com/office/powerpoint/2010/main" val="10993227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CDD81-2D2F-400B-B80A-66EFF6131C96}"/>
              </a:ext>
            </a:extLst>
          </p:cNvPr>
          <p:cNvSpPr>
            <a:spLocks noGrp="1"/>
          </p:cNvSpPr>
          <p:nvPr>
            <p:ph type="title"/>
          </p:nvPr>
        </p:nvSpPr>
        <p:spPr>
          <a:xfrm>
            <a:off x="0" y="403413"/>
            <a:ext cx="12258675" cy="968187"/>
          </a:xfrm>
        </p:spPr>
        <p:txBody>
          <a:bodyPr>
            <a:normAutofit fontScale="90000"/>
          </a:bodyPr>
          <a:lstStyle/>
          <a:p>
            <a:r>
              <a:rPr lang="en-US" sz="4400" b="1" dirty="0">
                <a:solidFill>
                  <a:srgbClr val="030303"/>
                </a:solidFill>
                <a:ea typeface="DM Sans Semi Bold" pitchFamily="34" charset="-122"/>
                <a:cs typeface="DM Sans Semi Bold" pitchFamily="34" charset="-120"/>
              </a:rPr>
              <a:t>Crafting Compelling Paragraphs</a:t>
            </a:r>
            <a:br>
              <a:rPr lang="en-US" dirty="0"/>
            </a:br>
            <a:endParaRPr lang="en-US" dirty="0"/>
          </a:p>
        </p:txBody>
      </p:sp>
      <p:sp>
        <p:nvSpPr>
          <p:cNvPr id="6" name="Content Placeholder 5">
            <a:extLst>
              <a:ext uri="{FF2B5EF4-FFF2-40B4-BE49-F238E27FC236}">
                <a16:creationId xmlns:a16="http://schemas.microsoft.com/office/drawing/2014/main" id="{43C72124-1B7F-4639-8402-1FA87FFDF7DC}"/>
              </a:ext>
            </a:extLst>
          </p:cNvPr>
          <p:cNvSpPr>
            <a:spLocks noGrp="1"/>
          </p:cNvSpPr>
          <p:nvPr>
            <p:ph idx="1"/>
          </p:nvPr>
        </p:nvSpPr>
        <p:spPr>
          <a:xfrm>
            <a:off x="1721224" y="2178422"/>
            <a:ext cx="9781799" cy="4679577"/>
          </a:xfrm>
        </p:spPr>
        <p:txBody>
          <a:bodyPr>
            <a:normAutofit fontScale="85000" lnSpcReduction="20000"/>
          </a:bodyPr>
          <a:lstStyle/>
          <a:p>
            <a:pPr marL="0" indent="0" algn="just">
              <a:buNone/>
            </a:pPr>
            <a:r>
              <a:rPr lang="en-US" b="1" dirty="0">
                <a:ea typeface="DM Sans Semi Bold" pitchFamily="34" charset="-122"/>
                <a:cs typeface="DM Sans Semi Bold" pitchFamily="34" charset="-120"/>
              </a:rPr>
              <a:t>Introductory Paragraph</a:t>
            </a:r>
          </a:p>
          <a:p>
            <a:pPr marL="0" indent="0" algn="just">
              <a:buNone/>
            </a:pPr>
            <a:r>
              <a:rPr lang="en-US" dirty="0">
                <a:ea typeface="Inter Medium" pitchFamily="34" charset="-122"/>
                <a:cs typeface="Inter Medium" pitchFamily="34" charset="-120"/>
              </a:rPr>
              <a:t>Begin by expressing your enthusiasm for the position and your familiarity with the company. Briefly highlight relevant skills and experiences that align with the job requirements.</a:t>
            </a:r>
            <a:endParaRPr lang="en-US" dirty="0"/>
          </a:p>
          <a:p>
            <a:pPr marL="0" indent="0" algn="just">
              <a:buNone/>
            </a:pPr>
            <a:r>
              <a:rPr lang="en-US" b="1" dirty="0">
                <a:ea typeface="DM Sans Semi Bold" pitchFamily="34" charset="-122"/>
                <a:cs typeface="DM Sans Semi Bold" pitchFamily="34" charset="-120"/>
              </a:rPr>
              <a:t>Educational Paragraph</a:t>
            </a:r>
          </a:p>
          <a:p>
            <a:pPr marL="0" indent="0" algn="just">
              <a:buNone/>
            </a:pPr>
            <a:r>
              <a:rPr lang="en-US" dirty="0">
                <a:ea typeface="Inter Medium" pitchFamily="34" charset="-122"/>
                <a:cs typeface="Inter Medium" pitchFamily="34" charset="-120"/>
              </a:rPr>
              <a:t>Showcase your academic background, highlighting your relevant degrees, coursework, and achievements that demonstrate your expertise and knowledge in the field.</a:t>
            </a:r>
            <a:endParaRPr lang="en-US" dirty="0"/>
          </a:p>
          <a:p>
            <a:pPr marL="0" indent="0" algn="just">
              <a:buNone/>
            </a:pPr>
            <a:r>
              <a:rPr lang="en-US" b="1" dirty="0">
                <a:ea typeface="DM Sans Semi Bold" pitchFamily="34" charset="-122"/>
                <a:cs typeface="DM Sans Semi Bold" pitchFamily="34" charset="-120"/>
              </a:rPr>
              <a:t>Employment Paragraph</a:t>
            </a:r>
          </a:p>
          <a:p>
            <a:pPr marL="0" indent="0" algn="just">
              <a:buNone/>
            </a:pPr>
            <a:r>
              <a:rPr lang="en-US" dirty="0">
                <a:ea typeface="Inter Medium" pitchFamily="34" charset="-122"/>
                <a:cs typeface="Inter Medium" pitchFamily="34" charset="-120"/>
              </a:rPr>
              <a:t>Describe your previous work experience, focusing on specific accomplishments, skills, and responsibilities that demonstrate your capabilities and value to the company.</a:t>
            </a:r>
            <a:endParaRPr lang="en-US" dirty="0"/>
          </a:p>
          <a:p>
            <a:pPr marL="0" indent="0" algn="just">
              <a:buNone/>
            </a:pPr>
            <a:r>
              <a:rPr lang="en-US" b="1" dirty="0">
                <a:ea typeface="DM Sans Semi Bold" pitchFamily="34" charset="-122"/>
                <a:cs typeface="DM Sans Semi Bold" pitchFamily="34" charset="-120"/>
              </a:rPr>
              <a:t>Conclusion Paragraph</a:t>
            </a:r>
          </a:p>
          <a:p>
            <a:pPr marL="0" indent="0" algn="just">
              <a:buNone/>
            </a:pPr>
            <a:r>
              <a:rPr lang="en-US" dirty="0">
                <a:ea typeface="Inter Medium" pitchFamily="34" charset="-122"/>
                <a:cs typeface="Inter Medium" pitchFamily="34" charset="-120"/>
              </a:rPr>
              <a:t>Reiterate your interest in the position and express your eagerness to contribute to the company's success. Thank the recipient for their time and consideration</a:t>
            </a:r>
            <a:r>
              <a:rPr lang="en-US" dirty="0">
                <a:latin typeface="Inter Medium" pitchFamily="34" charset="0"/>
                <a:ea typeface="Inter Medium" pitchFamily="34" charset="-122"/>
                <a:cs typeface="Inter Medium" pitchFamily="34" charset="-120"/>
              </a:rPr>
              <a:t>.</a:t>
            </a:r>
            <a:endParaRPr lang="en-US" dirty="0"/>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endParaRPr lang="en-US" dirty="0"/>
          </a:p>
        </p:txBody>
      </p:sp>
    </p:spTree>
    <p:extLst>
      <p:ext uri="{BB962C8B-B14F-4D97-AF65-F5344CB8AC3E}">
        <p14:creationId xmlns:p14="http://schemas.microsoft.com/office/powerpoint/2010/main" val="40433238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B617BA-EA98-40A0-AF68-800D24898800}"/>
              </a:ext>
            </a:extLst>
          </p:cNvPr>
          <p:cNvSpPr>
            <a:spLocks noGrp="1"/>
          </p:cNvSpPr>
          <p:nvPr>
            <p:ph type="title"/>
          </p:nvPr>
        </p:nvSpPr>
        <p:spPr>
          <a:xfrm>
            <a:off x="1640541" y="739588"/>
            <a:ext cx="6391835" cy="981635"/>
          </a:xfrm>
        </p:spPr>
        <p:txBody>
          <a:bodyPr>
            <a:normAutofit fontScale="90000"/>
          </a:bodyPr>
          <a:lstStyle/>
          <a:p>
            <a:r>
              <a:rPr lang="en-US" sz="4400" b="1" dirty="0">
                <a:ea typeface="DM Sans Semi Bold" pitchFamily="34" charset="-122"/>
                <a:cs typeface="DM Sans Semi Bold" pitchFamily="34" charset="-120"/>
              </a:rPr>
              <a:t>Complementary Close and Signature</a:t>
            </a:r>
            <a:br>
              <a:rPr lang="en-US" dirty="0"/>
            </a:br>
            <a:endParaRPr lang="en-US" dirty="0"/>
          </a:p>
        </p:txBody>
      </p:sp>
      <p:sp>
        <p:nvSpPr>
          <p:cNvPr id="3" name="Content Placeholder 2">
            <a:extLst>
              <a:ext uri="{FF2B5EF4-FFF2-40B4-BE49-F238E27FC236}">
                <a16:creationId xmlns:a16="http://schemas.microsoft.com/office/drawing/2014/main" id="{DEC4D3CD-9F23-4FD6-B5FA-83F286974C97}"/>
              </a:ext>
            </a:extLst>
          </p:cNvPr>
          <p:cNvSpPr>
            <a:spLocks noGrp="1"/>
          </p:cNvSpPr>
          <p:nvPr>
            <p:ph idx="1"/>
          </p:nvPr>
        </p:nvSpPr>
        <p:spPr>
          <a:xfrm>
            <a:off x="1484311" y="2666999"/>
            <a:ext cx="6117760" cy="3922060"/>
          </a:xfrm>
        </p:spPr>
        <p:txBody>
          <a:bodyPr>
            <a:normAutofit fontScale="92500" lnSpcReduction="10000"/>
          </a:bodyPr>
          <a:lstStyle/>
          <a:p>
            <a:pPr marL="0" indent="0">
              <a:buNone/>
            </a:pPr>
            <a:r>
              <a:rPr lang="en-US" b="1" dirty="0">
                <a:latin typeface="Arial" panose="020B0604020202020204" pitchFamily="34" charset="0"/>
                <a:ea typeface="DM Sans Semi Bold" pitchFamily="34" charset="-122"/>
                <a:cs typeface="Arial" panose="020B0604020202020204" pitchFamily="34" charset="0"/>
              </a:rPr>
              <a:t>Complementary Close</a:t>
            </a:r>
          </a:p>
          <a:p>
            <a:pPr marL="0" indent="0">
              <a:buNone/>
            </a:pPr>
            <a:r>
              <a:rPr lang="en-US" dirty="0">
                <a:latin typeface="Arial" panose="020B0604020202020204" pitchFamily="34" charset="0"/>
                <a:ea typeface="DM Sans Semi Bold"/>
                <a:cs typeface="Arial" panose="020B0604020202020204" pitchFamily="34" charset="0"/>
              </a:rPr>
              <a:t>The complementary close is a formal ending phrase, such as "Sincerely," "Respectfully," or "Best regards." This phrase expresses gratitude for the opportunity.</a:t>
            </a:r>
          </a:p>
          <a:p>
            <a:pPr marL="0" indent="0">
              <a:buNone/>
            </a:pPr>
            <a:r>
              <a:rPr lang="en-US" b="1" dirty="0">
                <a:latin typeface="Arial" panose="020B0604020202020204" pitchFamily="34" charset="0"/>
                <a:ea typeface="DM Sans Semi Bold"/>
                <a:cs typeface="Arial" panose="020B0604020202020204" pitchFamily="34" charset="0"/>
              </a:rPr>
              <a:t>Signature</a:t>
            </a:r>
          </a:p>
          <a:p>
            <a:pPr marL="0" indent="0">
              <a:buNone/>
            </a:pPr>
            <a:r>
              <a:rPr lang="en-US" dirty="0">
                <a:latin typeface="Arial" panose="020B0604020202020204" pitchFamily="34" charset="0"/>
                <a:ea typeface="DM Sans Semi Bold"/>
                <a:cs typeface="Arial" panose="020B0604020202020204" pitchFamily="34" charset="0"/>
              </a:rPr>
              <a:t>Your handwritten signature goes below the complementary close. This adds a personal touch and demonstrates your professionalism. Type your full name underneath the signature for clarity.</a:t>
            </a:r>
          </a:p>
          <a:p>
            <a:pPr marL="0" indent="0">
              <a:buNone/>
            </a:pPr>
            <a:endParaRPr lang="en-US" b="1" dirty="0">
              <a:ea typeface="DM Sans Semi Bold"/>
            </a:endParaRPr>
          </a:p>
          <a:p>
            <a:pPr marL="0" indent="0">
              <a:buNone/>
            </a:pPr>
            <a:endParaRPr lang="en-US" b="1" dirty="0"/>
          </a:p>
          <a:p>
            <a:endParaRPr lang="en-US" dirty="0"/>
          </a:p>
        </p:txBody>
      </p:sp>
      <p:pic>
        <p:nvPicPr>
          <p:cNvPr id="4" name="Picture 3">
            <a:extLst>
              <a:ext uri="{FF2B5EF4-FFF2-40B4-BE49-F238E27FC236}">
                <a16:creationId xmlns:a16="http://schemas.microsoft.com/office/drawing/2014/main" id="{F30AA668-7561-4951-B99B-A653D7D1BBBC}"/>
              </a:ext>
            </a:extLst>
          </p:cNvPr>
          <p:cNvPicPr>
            <a:picLocks noChangeAspect="1"/>
          </p:cNvPicPr>
          <p:nvPr/>
        </p:nvPicPr>
        <p:blipFill>
          <a:blip r:embed="rId2"/>
          <a:stretch>
            <a:fillRect/>
          </a:stretch>
        </p:blipFill>
        <p:spPr>
          <a:xfrm>
            <a:off x="7871012" y="0"/>
            <a:ext cx="4320987" cy="6858000"/>
          </a:xfrm>
          <a:prstGeom prst="rect">
            <a:avLst/>
          </a:prstGeom>
        </p:spPr>
      </p:pic>
    </p:spTree>
    <p:extLst>
      <p:ext uri="{BB962C8B-B14F-4D97-AF65-F5344CB8AC3E}">
        <p14:creationId xmlns:p14="http://schemas.microsoft.com/office/powerpoint/2010/main" val="41707531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76F70-A1AA-4AD6-A2B1-9BDA117F91D1}"/>
              </a:ext>
            </a:extLst>
          </p:cNvPr>
          <p:cNvSpPr>
            <a:spLocks noGrp="1"/>
          </p:cNvSpPr>
          <p:nvPr>
            <p:ph type="title"/>
          </p:nvPr>
        </p:nvSpPr>
        <p:spPr>
          <a:xfrm>
            <a:off x="1484311" y="66676"/>
            <a:ext cx="10450514" cy="1762124"/>
          </a:xfrm>
        </p:spPr>
        <p:txBody>
          <a:bodyPr/>
          <a:lstStyle/>
          <a:p>
            <a:r>
              <a:rPr lang="en-US" b="1" dirty="0">
                <a:solidFill>
                  <a:srgbClr val="030303"/>
                </a:solidFill>
                <a:ea typeface="DM Sans Semi Bold" pitchFamily="34" charset="-122"/>
                <a:cs typeface="DM Sans Semi Bold" pitchFamily="34" charset="-120"/>
              </a:rPr>
              <a:t>Enclosure and Additional Details</a:t>
            </a:r>
            <a:br>
              <a:rPr lang="en-US" dirty="0"/>
            </a:br>
            <a:endParaRPr lang="en-US" dirty="0"/>
          </a:p>
        </p:txBody>
      </p:sp>
      <p:sp>
        <p:nvSpPr>
          <p:cNvPr id="3" name="Content Placeholder 2">
            <a:extLst>
              <a:ext uri="{FF2B5EF4-FFF2-40B4-BE49-F238E27FC236}">
                <a16:creationId xmlns:a16="http://schemas.microsoft.com/office/drawing/2014/main" id="{FF9F2AEC-98DD-45FC-8CF8-EF54F43463AC}"/>
              </a:ext>
            </a:extLst>
          </p:cNvPr>
          <p:cNvSpPr>
            <a:spLocks noGrp="1"/>
          </p:cNvSpPr>
          <p:nvPr>
            <p:ph idx="1"/>
          </p:nvPr>
        </p:nvSpPr>
        <p:spPr>
          <a:xfrm>
            <a:off x="1484310" y="1828800"/>
            <a:ext cx="10018713" cy="3666565"/>
          </a:xfrm>
        </p:spPr>
        <p:txBody>
          <a:bodyPr>
            <a:normAutofit/>
          </a:bodyPr>
          <a:lstStyle/>
          <a:p>
            <a:pPr marL="0" indent="0" algn="just">
              <a:buNone/>
            </a:pPr>
            <a:r>
              <a:rPr lang="en-US" b="1" dirty="0">
                <a:latin typeface="Arial" panose="020B0604020202020204" pitchFamily="34" charset="0"/>
                <a:ea typeface="DM Sans Semi Bold" pitchFamily="34" charset="-122"/>
                <a:cs typeface="Arial" panose="020B0604020202020204" pitchFamily="34" charset="0"/>
              </a:rPr>
              <a:t>Enclosure</a:t>
            </a:r>
          </a:p>
          <a:p>
            <a:pPr marL="0" indent="0" algn="just">
              <a:buNone/>
            </a:pPr>
            <a:r>
              <a:rPr lang="en-US" dirty="0">
                <a:latin typeface="Arial" panose="020B0604020202020204" pitchFamily="34" charset="0"/>
                <a:ea typeface="Inter Medium" pitchFamily="34" charset="-122"/>
                <a:cs typeface="Arial" panose="020B0604020202020204" pitchFamily="34" charset="0"/>
              </a:rPr>
              <a:t>If you are including any additional documents, such as a resume or portfolio, mention "Enclosure" and list the documents. This helps the recipient know what to expect.</a:t>
            </a:r>
            <a:endParaRPr lang="en-US" dirty="0">
              <a:latin typeface="Arial" panose="020B0604020202020204" pitchFamily="34" charset="0"/>
              <a:cs typeface="Arial" panose="020B0604020202020204" pitchFamily="34" charset="0"/>
            </a:endParaRPr>
          </a:p>
          <a:p>
            <a:pPr marL="0" indent="0" algn="just">
              <a:buNone/>
            </a:pPr>
            <a:r>
              <a:rPr lang="en-US" b="1" dirty="0">
                <a:latin typeface="Arial" panose="020B0604020202020204" pitchFamily="34" charset="0"/>
                <a:ea typeface="DM Sans Semi Bold" pitchFamily="34" charset="-122"/>
                <a:cs typeface="Arial" panose="020B0604020202020204" pitchFamily="34" charset="0"/>
              </a:rPr>
              <a:t>Additional Details</a:t>
            </a:r>
            <a:endParaRPr lang="en-US" b="1" dirty="0">
              <a:latin typeface="Arial" panose="020B0604020202020204" pitchFamily="34" charset="0"/>
              <a:cs typeface="Arial" panose="020B0604020202020204" pitchFamily="34" charset="0"/>
            </a:endParaRPr>
          </a:p>
          <a:p>
            <a:pPr marL="0" indent="0" algn="just">
              <a:buNone/>
            </a:pPr>
            <a:r>
              <a:rPr lang="en-US" dirty="0">
                <a:latin typeface="Arial" panose="020B0604020202020204" pitchFamily="34" charset="0"/>
                <a:ea typeface="Inter Medium" pitchFamily="34" charset="-122"/>
                <a:cs typeface="Arial" panose="020B0604020202020204" pitchFamily="34" charset="0"/>
              </a:rPr>
              <a:t>You may include any relevant details, such as your contact information, availability, or specific skills you wish to emphasize. Make sure this information is accurate and up-to-date</a:t>
            </a:r>
            <a:endParaRPr lang="en-US" b="1" dirty="0">
              <a:latin typeface="Arial" panose="020B060402020202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1505174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25AA6-159C-4018-BEA5-BF6E72B1EAA6}"/>
              </a:ext>
            </a:extLst>
          </p:cNvPr>
          <p:cNvSpPr>
            <a:spLocks noGrp="1"/>
          </p:cNvSpPr>
          <p:nvPr>
            <p:ph type="title"/>
          </p:nvPr>
        </p:nvSpPr>
        <p:spPr>
          <a:xfrm>
            <a:off x="1604683" y="3021106"/>
            <a:ext cx="2725270" cy="1353670"/>
          </a:xfrm>
        </p:spPr>
        <p:txBody>
          <a:bodyPr>
            <a:normAutofit fontScale="90000"/>
          </a:bodyPr>
          <a:lstStyle/>
          <a:p>
            <a:r>
              <a:rPr lang="en-US" b="1" dirty="0">
                <a:solidFill>
                  <a:srgbClr val="030303"/>
                </a:solidFill>
              </a:rPr>
              <a:t>Sample Job application Writing </a:t>
            </a:r>
            <a:br>
              <a:rPr lang="en-US" b="1" dirty="0"/>
            </a:br>
            <a:endParaRPr lang="en-US" dirty="0"/>
          </a:p>
        </p:txBody>
      </p:sp>
      <p:pic>
        <p:nvPicPr>
          <p:cNvPr id="3" name="Picture 2">
            <a:extLst>
              <a:ext uri="{FF2B5EF4-FFF2-40B4-BE49-F238E27FC236}">
                <a16:creationId xmlns:a16="http://schemas.microsoft.com/office/drawing/2014/main" id="{ED2F947B-971C-49C0-B602-5804419AEEBF}"/>
              </a:ext>
            </a:extLst>
          </p:cNvPr>
          <p:cNvPicPr>
            <a:picLocks noChangeAspect="1"/>
          </p:cNvPicPr>
          <p:nvPr/>
        </p:nvPicPr>
        <p:blipFill rotWithShape="1">
          <a:blip r:embed="rId2"/>
          <a:srcRect l="11869"/>
          <a:stretch/>
        </p:blipFill>
        <p:spPr>
          <a:xfrm>
            <a:off x="5307106" y="0"/>
            <a:ext cx="6884893" cy="6857999"/>
          </a:xfrm>
          <a:prstGeom prst="rect">
            <a:avLst/>
          </a:prstGeom>
        </p:spPr>
      </p:pic>
    </p:spTree>
    <p:extLst>
      <p:ext uri="{BB962C8B-B14F-4D97-AF65-F5344CB8AC3E}">
        <p14:creationId xmlns:p14="http://schemas.microsoft.com/office/powerpoint/2010/main" val="41466383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3679E-F54F-405E-B89F-B6297AE35DF8}"/>
              </a:ext>
            </a:extLst>
          </p:cNvPr>
          <p:cNvSpPr>
            <a:spLocks noGrp="1"/>
          </p:cNvSpPr>
          <p:nvPr>
            <p:ph type="title"/>
          </p:nvPr>
        </p:nvSpPr>
        <p:spPr>
          <a:xfrm>
            <a:off x="1701380" y="8965"/>
            <a:ext cx="5848818" cy="1752599"/>
          </a:xfrm>
        </p:spPr>
        <p:txBody>
          <a:bodyPr>
            <a:normAutofit fontScale="90000"/>
          </a:bodyPr>
          <a:lstStyle/>
          <a:p>
            <a:r>
              <a:rPr lang="en-US" b="1" dirty="0">
                <a:solidFill>
                  <a:srgbClr val="030303"/>
                </a:solidFill>
                <a:ea typeface="DM Sans Semi Bold" pitchFamily="34" charset="-122"/>
                <a:cs typeface="DM Sans Semi Bold" pitchFamily="34" charset="-120"/>
              </a:rPr>
              <a:t>Conclusion and Next Steps</a:t>
            </a:r>
            <a:br>
              <a:rPr lang="en-US" b="1" dirty="0"/>
            </a:br>
            <a:endParaRPr lang="en-US" b="1" dirty="0"/>
          </a:p>
        </p:txBody>
      </p:sp>
      <p:sp>
        <p:nvSpPr>
          <p:cNvPr id="3" name="Content Placeholder 2">
            <a:extLst>
              <a:ext uri="{FF2B5EF4-FFF2-40B4-BE49-F238E27FC236}">
                <a16:creationId xmlns:a16="http://schemas.microsoft.com/office/drawing/2014/main" id="{864BEB70-75D9-485B-B0D1-DD8D119AF5EA}"/>
              </a:ext>
            </a:extLst>
          </p:cNvPr>
          <p:cNvSpPr>
            <a:spLocks noGrp="1"/>
          </p:cNvSpPr>
          <p:nvPr>
            <p:ph idx="1"/>
          </p:nvPr>
        </p:nvSpPr>
        <p:spPr>
          <a:xfrm>
            <a:off x="1255060" y="1819835"/>
            <a:ext cx="6741458" cy="5432612"/>
          </a:xfrm>
        </p:spPr>
        <p:txBody>
          <a:bodyPr>
            <a:normAutofit fontScale="85000" lnSpcReduction="20000"/>
          </a:bodyPr>
          <a:lstStyle/>
          <a:p>
            <a:pPr marL="0" indent="0" algn="ctr">
              <a:buNone/>
            </a:pPr>
            <a:r>
              <a:rPr lang="en-US" dirty="0">
                <a:solidFill>
                  <a:srgbClr val="464646"/>
                </a:solidFill>
                <a:latin typeface="DM Sans Semi Bold" pitchFamily="34" charset="0"/>
                <a:ea typeface="DM Sans Semi Bold" pitchFamily="34" charset="-122"/>
                <a:cs typeface="DM Sans Semi Bold" pitchFamily="34" charset="-120"/>
              </a:rPr>
              <a:t>                                </a:t>
            </a:r>
          </a:p>
          <a:p>
            <a:pPr marL="0" indent="0" algn="ctr">
              <a:buNone/>
            </a:pPr>
            <a:r>
              <a:rPr lang="en-US" b="1" dirty="0">
                <a:latin typeface="Arial" panose="020B0604020202020204" pitchFamily="34" charset="0"/>
                <a:ea typeface="DM Sans Semi Bold" pitchFamily="34" charset="-122"/>
                <a:cs typeface="Arial" panose="020B0604020202020204" pitchFamily="34" charset="0"/>
              </a:rPr>
              <a:t>1</a:t>
            </a:r>
            <a:endParaRPr lang="en-US" b="1" dirty="0">
              <a:latin typeface="Arial" panose="020B0604020202020204" pitchFamily="34" charset="0"/>
              <a:cs typeface="Arial" panose="020B0604020202020204" pitchFamily="34" charset="0"/>
            </a:endParaRPr>
          </a:p>
          <a:p>
            <a:pPr marL="0" indent="0" algn="ctr">
              <a:buNone/>
            </a:pPr>
            <a:r>
              <a:rPr lang="en-US" b="1" dirty="0">
                <a:latin typeface="Arial" panose="020B0604020202020204" pitchFamily="34" charset="0"/>
                <a:ea typeface="DM Sans Semi Bold" pitchFamily="34" charset="-122"/>
                <a:cs typeface="Arial" panose="020B0604020202020204" pitchFamily="34" charset="0"/>
              </a:rPr>
              <a:t>Proofread Carefully</a:t>
            </a:r>
          </a:p>
          <a:p>
            <a:pPr marL="0" indent="0" algn="ctr">
              <a:buNone/>
            </a:pPr>
            <a:r>
              <a:rPr lang="en-US" dirty="0">
                <a:latin typeface="Arial" panose="020B0604020202020204" pitchFamily="34" charset="0"/>
                <a:ea typeface="Inter Medium" pitchFamily="34" charset="-122"/>
                <a:cs typeface="Arial" panose="020B0604020202020204" pitchFamily="34" charset="0"/>
              </a:rPr>
              <a:t>Before submitting your application, proofread your work thoroughly. Ensure your writing is free of errors in grammar, spelling, and punctuation.</a:t>
            </a:r>
            <a:endParaRPr lang="en-US" dirty="0">
              <a:latin typeface="Arial" panose="020B0604020202020204" pitchFamily="34" charset="0"/>
              <a:cs typeface="Arial" panose="020B0604020202020204" pitchFamily="34" charset="0"/>
            </a:endParaRPr>
          </a:p>
          <a:p>
            <a:pPr marL="0" indent="0" algn="ctr">
              <a:buNone/>
            </a:pPr>
            <a:r>
              <a:rPr lang="en-US" b="1" dirty="0">
                <a:latin typeface="Arial" panose="020B0604020202020204" pitchFamily="34" charset="0"/>
                <a:ea typeface="DM Sans Semi Bold" pitchFamily="34" charset="-122"/>
                <a:cs typeface="Arial" panose="020B0604020202020204" pitchFamily="34" charset="0"/>
              </a:rPr>
              <a:t>2</a:t>
            </a:r>
          </a:p>
          <a:p>
            <a:pPr marL="0" indent="0" algn="ctr">
              <a:buNone/>
            </a:pPr>
            <a:r>
              <a:rPr lang="en-US" b="1" dirty="0">
                <a:latin typeface="Arial" panose="020B0604020202020204" pitchFamily="34" charset="0"/>
                <a:ea typeface="DM Sans Semi Bold" pitchFamily="34" charset="-122"/>
                <a:cs typeface="Arial" panose="020B0604020202020204" pitchFamily="34" charset="0"/>
              </a:rPr>
              <a:t>Tailor for Each Position</a:t>
            </a:r>
            <a:endParaRPr lang="en-US" b="1" dirty="0">
              <a:latin typeface="Arial" panose="020B0604020202020204" pitchFamily="34" charset="0"/>
              <a:cs typeface="Arial" panose="020B0604020202020204" pitchFamily="34" charset="0"/>
            </a:endParaRPr>
          </a:p>
          <a:p>
            <a:pPr marL="0" indent="0" algn="ctr">
              <a:buNone/>
            </a:pPr>
            <a:r>
              <a:rPr lang="en-US" dirty="0">
                <a:latin typeface="Arial" panose="020B0604020202020204" pitchFamily="34" charset="0"/>
                <a:ea typeface="Inter Medium" pitchFamily="34" charset="-122"/>
                <a:cs typeface="Arial" panose="020B0604020202020204" pitchFamily="34" charset="0"/>
              </a:rPr>
              <a:t>Each job application should be tailored to the specific requirements of the position. Highlight relevant skills and experiences that align with the company's needs</a:t>
            </a:r>
          </a:p>
          <a:p>
            <a:pPr marL="0" indent="0" algn="ctr">
              <a:buNone/>
            </a:pPr>
            <a:r>
              <a:rPr lang="en-US" b="1" dirty="0">
                <a:latin typeface="Arial" panose="020B0604020202020204" pitchFamily="34" charset="0"/>
                <a:ea typeface="DM Sans Semi Bold" pitchFamily="34" charset="-122"/>
                <a:cs typeface="Arial" panose="020B0604020202020204" pitchFamily="34" charset="0"/>
              </a:rPr>
              <a:t>3</a:t>
            </a:r>
          </a:p>
          <a:p>
            <a:pPr marL="0" indent="0" algn="ctr">
              <a:buNone/>
            </a:pPr>
            <a:r>
              <a:rPr lang="en-US" b="1" dirty="0">
                <a:latin typeface="Arial" panose="020B0604020202020204" pitchFamily="34" charset="0"/>
                <a:ea typeface="DM Sans Semi Bold" pitchFamily="34" charset="-122"/>
                <a:cs typeface="Arial" panose="020B0604020202020204" pitchFamily="34" charset="0"/>
              </a:rPr>
              <a:t>Follow Up</a:t>
            </a:r>
          </a:p>
          <a:p>
            <a:pPr marL="0" indent="0" algn="ctr">
              <a:buNone/>
            </a:pPr>
            <a:r>
              <a:rPr lang="en-US" dirty="0">
                <a:latin typeface="Arial" panose="020B0604020202020204" pitchFamily="34" charset="0"/>
                <a:ea typeface="Inter Medium" pitchFamily="34" charset="-122"/>
                <a:cs typeface="Arial" panose="020B0604020202020204" pitchFamily="34" charset="0"/>
              </a:rPr>
              <a:t>After submitting your application, follow up with the employer to express your continued interest. Thank them for their time and consideration.</a:t>
            </a:r>
            <a:endParaRPr lang="en-US" dirty="0">
              <a:latin typeface="Arial" panose="020B0604020202020204" pitchFamily="34" charset="0"/>
              <a:cs typeface="Arial" panose="020B0604020202020204" pitchFamily="34" charset="0"/>
            </a:endParaRPr>
          </a:p>
          <a:p>
            <a:pPr marL="0" indent="0" algn="ctr">
              <a:buNone/>
            </a:pPr>
            <a:endParaRPr lang="en-US" b="1" dirty="0"/>
          </a:p>
          <a:p>
            <a:pPr marL="0" indent="0" algn="ctr">
              <a:buNone/>
            </a:pPr>
            <a:endParaRPr lang="en-US" b="1" dirty="0"/>
          </a:p>
          <a:p>
            <a:pPr marL="0" indent="0" algn="ctr">
              <a:buNone/>
            </a:pPr>
            <a:endParaRPr lang="en-US" b="1" dirty="0"/>
          </a:p>
          <a:p>
            <a:pPr marL="0" indent="0" algn="ctr">
              <a:buNone/>
            </a:pPr>
            <a:endParaRPr lang="en-US" b="1" dirty="0"/>
          </a:p>
          <a:p>
            <a:pPr marL="0" indent="0">
              <a:buNone/>
            </a:pPr>
            <a:endParaRPr lang="en-US" dirty="0"/>
          </a:p>
          <a:p>
            <a:endParaRPr lang="en-US" dirty="0"/>
          </a:p>
        </p:txBody>
      </p:sp>
      <p:pic>
        <p:nvPicPr>
          <p:cNvPr id="4" name="Picture 3">
            <a:extLst>
              <a:ext uri="{FF2B5EF4-FFF2-40B4-BE49-F238E27FC236}">
                <a16:creationId xmlns:a16="http://schemas.microsoft.com/office/drawing/2014/main" id="{AD11C33E-C942-4BDD-989F-03D77B5BB621}"/>
              </a:ext>
            </a:extLst>
          </p:cNvPr>
          <p:cNvPicPr>
            <a:picLocks noChangeAspect="1"/>
          </p:cNvPicPr>
          <p:nvPr/>
        </p:nvPicPr>
        <p:blipFill>
          <a:blip r:embed="rId2"/>
          <a:stretch>
            <a:fillRect/>
          </a:stretch>
        </p:blipFill>
        <p:spPr>
          <a:xfrm>
            <a:off x="8328212" y="0"/>
            <a:ext cx="3863788" cy="6858000"/>
          </a:xfrm>
          <a:prstGeom prst="rect">
            <a:avLst/>
          </a:prstGeom>
        </p:spPr>
      </p:pic>
    </p:spTree>
    <p:extLst>
      <p:ext uri="{BB962C8B-B14F-4D97-AF65-F5344CB8AC3E}">
        <p14:creationId xmlns:p14="http://schemas.microsoft.com/office/powerpoint/2010/main" val="40384274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D4041-9FA4-48AD-A457-68F8EF8BDA9D}"/>
              </a:ext>
            </a:extLst>
          </p:cNvPr>
          <p:cNvSpPr>
            <a:spLocks noGrp="1"/>
          </p:cNvSpPr>
          <p:nvPr>
            <p:ph type="ctrTitle"/>
          </p:nvPr>
        </p:nvSpPr>
        <p:spPr/>
        <p:txBody>
          <a:bodyPr>
            <a:normAutofit fontScale="90000"/>
          </a:bodyPr>
          <a:lstStyle/>
          <a:p>
            <a:r>
              <a:rPr lang="en-US" b="1" dirty="0"/>
              <a:t>CV/</a:t>
            </a:r>
            <a:r>
              <a:rPr lang="en-US" dirty="0">
                <a:cs typeface="Arial" panose="020B0604020202020204" pitchFamily="34" charset="0"/>
              </a:rPr>
              <a:t> </a:t>
            </a:r>
            <a:r>
              <a:rPr lang="en-US" b="1" dirty="0">
                <a:cs typeface="Arial" panose="020B0604020202020204" pitchFamily="34" charset="0"/>
              </a:rPr>
              <a:t>Résumé</a:t>
            </a:r>
            <a:r>
              <a:rPr lang="en-US" b="1" dirty="0"/>
              <a:t> Writing: Crafting Your Path to Success</a:t>
            </a:r>
          </a:p>
        </p:txBody>
      </p:sp>
      <p:sp>
        <p:nvSpPr>
          <p:cNvPr id="3" name="Subtitle 2">
            <a:extLst>
              <a:ext uri="{FF2B5EF4-FFF2-40B4-BE49-F238E27FC236}">
                <a16:creationId xmlns:a16="http://schemas.microsoft.com/office/drawing/2014/main" id="{0AD14BB2-8BE1-42CF-AF3D-6735C7051A6F}"/>
              </a:ext>
            </a:extLst>
          </p:cNvPr>
          <p:cNvSpPr>
            <a:spLocks noGrp="1"/>
          </p:cNvSpPr>
          <p:nvPr>
            <p:ph type="subTitle" idx="1"/>
          </p:nvPr>
        </p:nvSpPr>
        <p:spPr/>
        <p:txBody>
          <a:bodyPr/>
          <a:lstStyle/>
          <a:p>
            <a:r>
              <a:rPr lang="en-US" b="1" dirty="0"/>
              <a:t>"Presenting Your Best Professional Self"</a:t>
            </a:r>
          </a:p>
        </p:txBody>
      </p:sp>
    </p:spTree>
    <p:extLst>
      <p:ext uri="{BB962C8B-B14F-4D97-AF65-F5344CB8AC3E}">
        <p14:creationId xmlns:p14="http://schemas.microsoft.com/office/powerpoint/2010/main" val="27014436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A30B6-E420-4193-8911-EC0E4F110CCF}"/>
              </a:ext>
            </a:extLst>
          </p:cNvPr>
          <p:cNvSpPr>
            <a:spLocks noGrp="1"/>
          </p:cNvSpPr>
          <p:nvPr>
            <p:ph type="title"/>
          </p:nvPr>
        </p:nvSpPr>
        <p:spPr>
          <a:xfrm>
            <a:off x="-76199" y="409574"/>
            <a:ext cx="12268200" cy="1000125"/>
          </a:xfrm>
        </p:spPr>
        <p:txBody>
          <a:bodyPr>
            <a:normAutofit/>
          </a:bodyPr>
          <a:lstStyle/>
          <a:p>
            <a:r>
              <a:rPr lang="en-US" b="1" dirty="0"/>
              <a:t>What is </a:t>
            </a:r>
            <a:r>
              <a:rPr lang="en-US" b="1" dirty="0">
                <a:cs typeface="Arial" panose="020B0604020202020204" pitchFamily="34" charset="0"/>
              </a:rPr>
              <a:t>Résumé</a:t>
            </a:r>
            <a:r>
              <a:rPr lang="en-US" b="1" dirty="0"/>
              <a:t>?</a:t>
            </a:r>
          </a:p>
        </p:txBody>
      </p:sp>
      <p:sp>
        <p:nvSpPr>
          <p:cNvPr id="3" name="Rectangle 1">
            <a:extLst>
              <a:ext uri="{FF2B5EF4-FFF2-40B4-BE49-F238E27FC236}">
                <a16:creationId xmlns:a16="http://schemas.microsoft.com/office/drawing/2014/main" id="{9726EA6D-A1FB-44AB-A82E-8007B951400C}"/>
              </a:ext>
            </a:extLst>
          </p:cNvPr>
          <p:cNvSpPr>
            <a:spLocks noGrp="1" noChangeArrowheads="1"/>
          </p:cNvSpPr>
          <p:nvPr>
            <p:ph idx="1"/>
          </p:nvPr>
        </p:nvSpPr>
        <p:spPr bwMode="auto">
          <a:xfrm>
            <a:off x="1676400" y="1625100"/>
            <a:ext cx="9686925"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A résumé is a professional document that summarizes an individual’s education, training, experience, skills, achievements, and references. Its primary purpose is to secure a job interview by showcasing the applicant’s suitability for a specific position. Writing an effective résumé can be challenging, as it must represent current skills and background while being tailored to the job. A well-crafted résumé grabs the employer’s attention and should be as persuasive as possible.</a:t>
            </a:r>
          </a:p>
        </p:txBody>
      </p:sp>
    </p:spTree>
    <p:extLst>
      <p:ext uri="{BB962C8B-B14F-4D97-AF65-F5344CB8AC3E}">
        <p14:creationId xmlns:p14="http://schemas.microsoft.com/office/powerpoint/2010/main" val="450980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5C4F4-D993-49C5-9F14-EC1CFEF993FF}"/>
              </a:ext>
            </a:extLst>
          </p:cNvPr>
          <p:cNvSpPr>
            <a:spLocks noGrp="1"/>
          </p:cNvSpPr>
          <p:nvPr>
            <p:ph type="title"/>
          </p:nvPr>
        </p:nvSpPr>
        <p:spPr>
          <a:xfrm>
            <a:off x="1" y="88900"/>
            <a:ext cx="12192000" cy="1244599"/>
          </a:xfrm>
        </p:spPr>
        <p:txBody>
          <a:bodyPr>
            <a:normAutofit/>
          </a:bodyPr>
          <a:lstStyle/>
          <a:p>
            <a:r>
              <a:rPr lang="en-US" b="1" dirty="0"/>
              <a:t>Difference between CV and</a:t>
            </a:r>
            <a:r>
              <a:rPr lang="en-US" b="1" dirty="0">
                <a:cs typeface="Arial" panose="020B0604020202020204" pitchFamily="34" charset="0"/>
              </a:rPr>
              <a:t> Résumé</a:t>
            </a:r>
            <a:r>
              <a:rPr lang="en-US" b="1" dirty="0"/>
              <a:t> </a:t>
            </a:r>
          </a:p>
        </p:txBody>
      </p:sp>
      <p:graphicFrame>
        <p:nvGraphicFramePr>
          <p:cNvPr id="10" name="Content Placeholder 9">
            <a:extLst>
              <a:ext uri="{FF2B5EF4-FFF2-40B4-BE49-F238E27FC236}">
                <a16:creationId xmlns:a16="http://schemas.microsoft.com/office/drawing/2014/main" id="{FB9D6B19-54D5-49B5-8E9C-1369F0A558FD}"/>
              </a:ext>
            </a:extLst>
          </p:cNvPr>
          <p:cNvGraphicFramePr>
            <a:graphicFrameLocks noGrp="1"/>
          </p:cNvGraphicFramePr>
          <p:nvPr>
            <p:ph idx="1"/>
            <p:extLst>
              <p:ext uri="{D42A27DB-BD31-4B8C-83A1-F6EECF244321}">
                <p14:modId xmlns:p14="http://schemas.microsoft.com/office/powerpoint/2010/main" val="2054034123"/>
              </p:ext>
            </p:extLst>
          </p:nvPr>
        </p:nvGraphicFramePr>
        <p:xfrm>
          <a:off x="1600201" y="1496786"/>
          <a:ext cx="10401299" cy="4159432"/>
        </p:xfrm>
        <a:graphic>
          <a:graphicData uri="http://schemas.openxmlformats.org/drawingml/2006/table">
            <a:tbl>
              <a:tblPr firstRow="1" bandRow="1">
                <a:tableStyleId>{5C22544A-7EE6-4342-B048-85BDC9FD1C3A}</a:tableStyleId>
              </a:tblPr>
              <a:tblGrid>
                <a:gridCol w="1955799">
                  <a:extLst>
                    <a:ext uri="{9D8B030D-6E8A-4147-A177-3AD203B41FA5}">
                      <a16:colId xmlns:a16="http://schemas.microsoft.com/office/drawing/2014/main" val="579820755"/>
                    </a:ext>
                  </a:extLst>
                </a:gridCol>
                <a:gridCol w="4902200">
                  <a:extLst>
                    <a:ext uri="{9D8B030D-6E8A-4147-A177-3AD203B41FA5}">
                      <a16:colId xmlns:a16="http://schemas.microsoft.com/office/drawing/2014/main" val="3811133706"/>
                    </a:ext>
                  </a:extLst>
                </a:gridCol>
                <a:gridCol w="3543300">
                  <a:extLst>
                    <a:ext uri="{9D8B030D-6E8A-4147-A177-3AD203B41FA5}">
                      <a16:colId xmlns:a16="http://schemas.microsoft.com/office/drawing/2014/main" val="2874886378"/>
                    </a:ext>
                  </a:extLst>
                </a:gridCol>
              </a:tblGrid>
              <a:tr h="268514">
                <a:tc>
                  <a:txBody>
                    <a:bodyPr/>
                    <a:lstStyle/>
                    <a:p>
                      <a:r>
                        <a:rPr lang="en-US" sz="2400" dirty="0"/>
                        <a:t>Features </a:t>
                      </a:r>
                    </a:p>
                  </a:txBody>
                  <a:tcPr/>
                </a:tc>
                <a:tc>
                  <a:txBody>
                    <a:bodyPr/>
                    <a:lstStyle/>
                    <a:p>
                      <a:r>
                        <a:rPr lang="en-US" sz="2400" b="1" i="0" kern="1200" dirty="0">
                          <a:solidFill>
                            <a:schemeClr val="lt1"/>
                          </a:solidFill>
                          <a:effectLst/>
                          <a:latin typeface="+mn-lt"/>
                          <a:ea typeface="+mn-ea"/>
                          <a:cs typeface="+mn-cs"/>
                        </a:rPr>
                        <a:t>CV (Curriculum Vitae)</a:t>
                      </a:r>
                      <a:endParaRPr lang="en-US" sz="2400" dirty="0"/>
                    </a:p>
                  </a:txBody>
                  <a:tcPr/>
                </a:tc>
                <a:tc>
                  <a:txBody>
                    <a:bodyPr/>
                    <a:lstStyle/>
                    <a:p>
                      <a:r>
                        <a:rPr lang="en-US" dirty="0">
                          <a:cs typeface="Arial" panose="020B0604020202020204" pitchFamily="34" charset="0"/>
                        </a:rPr>
                        <a:t> </a:t>
                      </a:r>
                      <a:r>
                        <a:rPr lang="en-US" sz="2400" b="1" dirty="0">
                          <a:cs typeface="Arial" panose="020B0604020202020204" pitchFamily="34" charset="0"/>
                        </a:rPr>
                        <a:t>Résumé</a:t>
                      </a:r>
                      <a:r>
                        <a:rPr lang="en-US" sz="2400" b="1" dirty="0"/>
                        <a:t> </a:t>
                      </a:r>
                      <a:endParaRPr lang="en-US" dirty="0"/>
                    </a:p>
                  </a:txBody>
                  <a:tcPr/>
                </a:tc>
                <a:extLst>
                  <a:ext uri="{0D108BD9-81ED-4DB2-BD59-A6C34878D82A}">
                    <a16:rowId xmlns:a16="http://schemas.microsoft.com/office/drawing/2014/main" val="2101145971"/>
                  </a:ext>
                </a:extLst>
              </a:tr>
              <a:tr h="353786">
                <a:tc>
                  <a:txBody>
                    <a:bodyPr/>
                    <a:lstStyle/>
                    <a:p>
                      <a:r>
                        <a:rPr lang="en-US" sz="2000" b="1" dirty="0"/>
                        <a:t>Length </a:t>
                      </a:r>
                    </a:p>
                  </a:txBody>
                  <a:tcPr/>
                </a:tc>
                <a:tc>
                  <a:txBody>
                    <a:bodyPr/>
                    <a:lstStyle/>
                    <a:p>
                      <a:r>
                        <a:rPr lang="en-US" sz="2000" b="0" i="0" kern="1200" dirty="0">
                          <a:solidFill>
                            <a:schemeClr val="dk1"/>
                          </a:solidFill>
                          <a:effectLst/>
                          <a:latin typeface="+mn-lt"/>
                          <a:ea typeface="+mn-ea"/>
                          <a:cs typeface="+mn-cs"/>
                        </a:rPr>
                        <a:t>2+ pages (detailed)</a:t>
                      </a:r>
                      <a:endParaRPr lang="en-US" sz="2000" dirty="0"/>
                    </a:p>
                  </a:txBody>
                  <a:tcPr/>
                </a:tc>
                <a:tc>
                  <a:txBody>
                    <a:bodyPr/>
                    <a:lstStyle/>
                    <a:p>
                      <a:r>
                        <a:rPr lang="en-US" sz="2000" b="0" i="0" kern="1200" dirty="0">
                          <a:solidFill>
                            <a:schemeClr val="dk1"/>
                          </a:solidFill>
                          <a:effectLst/>
                          <a:latin typeface="+mn-lt"/>
                          <a:ea typeface="+mn-ea"/>
                          <a:cs typeface="+mn-cs"/>
                        </a:rPr>
                        <a:t>1-2 pages (brief)</a:t>
                      </a:r>
                      <a:endParaRPr lang="en-US" sz="2000" dirty="0"/>
                    </a:p>
                  </a:txBody>
                  <a:tcPr/>
                </a:tc>
                <a:extLst>
                  <a:ext uri="{0D108BD9-81ED-4DB2-BD59-A6C34878D82A}">
                    <a16:rowId xmlns:a16="http://schemas.microsoft.com/office/drawing/2014/main" val="2081889854"/>
                  </a:ext>
                </a:extLst>
              </a:tr>
              <a:tr h="0">
                <a:tc>
                  <a:txBody>
                    <a:bodyPr/>
                    <a:lstStyle/>
                    <a:p>
                      <a:r>
                        <a:rPr lang="en-US" sz="2000" b="1" dirty="0"/>
                        <a:t>Purpose </a:t>
                      </a:r>
                    </a:p>
                  </a:txBody>
                  <a:tcPr/>
                </a:tc>
                <a:tc>
                  <a:txBody>
                    <a:bodyPr/>
                    <a:lstStyle/>
                    <a:p>
                      <a:pPr algn="l"/>
                      <a:r>
                        <a:rPr lang="en-US" sz="2000" b="0" i="0" kern="1200" dirty="0">
                          <a:solidFill>
                            <a:schemeClr val="dk1"/>
                          </a:solidFill>
                          <a:effectLst/>
                          <a:latin typeface="+mn-lt"/>
                          <a:ea typeface="+mn-ea"/>
                          <a:cs typeface="+mn-cs"/>
                        </a:rPr>
                        <a:t>Detailed overview of academic and professional history</a:t>
                      </a:r>
                      <a:endParaRPr lang="en-US" sz="2000" b="0" dirty="0"/>
                    </a:p>
                  </a:txBody>
                  <a:tcPr/>
                </a:tc>
                <a:tc>
                  <a:txBody>
                    <a:bodyPr/>
                    <a:lstStyle/>
                    <a:p>
                      <a:pPr fontAlgn="base"/>
                      <a:r>
                        <a:rPr lang="en-US" sz="2000" b="0" i="0" kern="1200" dirty="0">
                          <a:solidFill>
                            <a:schemeClr val="dk1"/>
                          </a:solidFill>
                          <a:effectLst/>
                          <a:latin typeface="+mn-lt"/>
                          <a:ea typeface="+mn-ea"/>
                          <a:cs typeface="+mn-cs"/>
                        </a:rPr>
                        <a:t>Focused summary for a specific job</a:t>
                      </a:r>
                      <a:endParaRPr lang="en-US" sz="2000" b="0" dirty="0">
                        <a:effectLst/>
                      </a:endParaRPr>
                    </a:p>
                  </a:txBody>
                  <a:tcPr anchor="ctr"/>
                </a:tc>
                <a:extLst>
                  <a:ext uri="{0D108BD9-81ED-4DB2-BD59-A6C34878D82A}">
                    <a16:rowId xmlns:a16="http://schemas.microsoft.com/office/drawing/2014/main" val="685589687"/>
                  </a:ext>
                </a:extLst>
              </a:tr>
              <a:tr h="625566">
                <a:tc>
                  <a:txBody>
                    <a:bodyPr/>
                    <a:lstStyle/>
                    <a:p>
                      <a:r>
                        <a:rPr lang="en-US" sz="2000" b="1" dirty="0"/>
                        <a:t>Content </a:t>
                      </a:r>
                    </a:p>
                  </a:txBody>
                  <a:tcPr/>
                </a:tc>
                <a:tc>
                  <a:txBody>
                    <a:bodyPr/>
                    <a:lstStyle/>
                    <a:p>
                      <a:r>
                        <a:rPr lang="en-US" sz="2000" b="0" i="0" kern="1200" dirty="0">
                          <a:solidFill>
                            <a:schemeClr val="dk1"/>
                          </a:solidFill>
                          <a:effectLst/>
                          <a:latin typeface="+mn-lt"/>
                          <a:ea typeface="+mn-ea"/>
                          <a:cs typeface="+mn-cs"/>
                        </a:rPr>
                        <a:t>Includes education, work history, research, publications, certifications, etc.</a:t>
                      </a:r>
                      <a:endParaRPr lang="en-US" sz="2000" b="0" dirty="0"/>
                    </a:p>
                  </a:txBody>
                  <a:tcPr/>
                </a:tc>
                <a:tc>
                  <a:txBody>
                    <a:bodyPr/>
                    <a:lstStyle/>
                    <a:p>
                      <a:r>
                        <a:rPr lang="en-US" sz="2000" b="0" i="0" kern="1200" dirty="0">
                          <a:solidFill>
                            <a:schemeClr val="dk1"/>
                          </a:solidFill>
                          <a:effectLst/>
                          <a:latin typeface="+mn-lt"/>
                          <a:ea typeface="+mn-ea"/>
                          <a:cs typeface="+mn-cs"/>
                        </a:rPr>
                        <a:t>Highlights relevant work experience, skills, and education</a:t>
                      </a:r>
                      <a:endParaRPr lang="en-US" sz="2000" b="0" dirty="0"/>
                    </a:p>
                  </a:txBody>
                  <a:tcPr/>
                </a:tc>
                <a:extLst>
                  <a:ext uri="{0D108BD9-81ED-4DB2-BD59-A6C34878D82A}">
                    <a16:rowId xmlns:a16="http://schemas.microsoft.com/office/drawing/2014/main" val="3019158552"/>
                  </a:ext>
                </a:extLst>
              </a:tr>
              <a:tr h="625929">
                <a:tc>
                  <a:txBody>
                    <a:bodyPr/>
                    <a:lstStyle/>
                    <a:p>
                      <a:r>
                        <a:rPr lang="en-US" sz="2000" b="1" dirty="0"/>
                        <a:t>Customization</a:t>
                      </a:r>
                    </a:p>
                  </a:txBody>
                  <a:tcPr/>
                </a:tc>
                <a:tc>
                  <a:txBody>
                    <a:bodyPr/>
                    <a:lstStyle/>
                    <a:p>
                      <a:pPr algn="l"/>
                      <a:r>
                        <a:rPr lang="en-US" sz="2000" b="0" i="0" kern="1200" dirty="0">
                          <a:solidFill>
                            <a:schemeClr val="dk1"/>
                          </a:solidFill>
                          <a:effectLst/>
                          <a:latin typeface="+mn-lt"/>
                          <a:ea typeface="+mn-ea"/>
                          <a:cs typeface="+mn-cs"/>
                        </a:rPr>
                        <a:t>Rarely customized, serves as a comprehensive career record</a:t>
                      </a:r>
                      <a:endParaRPr lang="en-US" sz="2400" b="0" dirty="0"/>
                    </a:p>
                  </a:txBody>
                  <a:tcPr/>
                </a:tc>
                <a:tc>
                  <a:txBody>
                    <a:bodyPr/>
                    <a:lstStyle/>
                    <a:p>
                      <a:pPr fontAlgn="base"/>
                      <a:r>
                        <a:rPr lang="en-US" sz="2000" b="0" i="0" kern="1200" dirty="0">
                          <a:solidFill>
                            <a:schemeClr val="dk1"/>
                          </a:solidFill>
                          <a:effectLst/>
                          <a:latin typeface="+mn-lt"/>
                          <a:ea typeface="+mn-ea"/>
                          <a:cs typeface="+mn-cs"/>
                        </a:rPr>
                        <a:t>Highly tailored to the job description</a:t>
                      </a:r>
                      <a:endParaRPr lang="en-US" sz="2400" b="0" dirty="0">
                        <a:effectLst/>
                      </a:endParaRPr>
                    </a:p>
                  </a:txBody>
                  <a:tcPr anchor="ctr"/>
                </a:tc>
                <a:extLst>
                  <a:ext uri="{0D108BD9-81ED-4DB2-BD59-A6C34878D82A}">
                    <a16:rowId xmlns:a16="http://schemas.microsoft.com/office/drawing/2014/main" val="3095631119"/>
                  </a:ext>
                </a:extLst>
              </a:tr>
              <a:tr h="898072">
                <a:tc>
                  <a:txBody>
                    <a:bodyPr/>
                    <a:lstStyle/>
                    <a:p>
                      <a:r>
                        <a:rPr lang="en-US" sz="2000" b="1" dirty="0"/>
                        <a:t>Use</a:t>
                      </a:r>
                    </a:p>
                  </a:txBody>
                  <a:tcPr/>
                </a:tc>
                <a:tc>
                  <a:txBody>
                    <a:bodyPr/>
                    <a:lstStyle/>
                    <a:p>
                      <a:r>
                        <a:rPr lang="en-US" sz="2000" b="0" i="0" kern="1200" dirty="0">
                          <a:solidFill>
                            <a:schemeClr val="dk1"/>
                          </a:solidFill>
                          <a:effectLst/>
                          <a:latin typeface="+mn-lt"/>
                          <a:ea typeface="+mn-ea"/>
                          <a:cs typeface="+mn-cs"/>
                        </a:rPr>
                        <a:t>Common in academia, research, and international roles</a:t>
                      </a:r>
                      <a:endParaRPr lang="en-US" sz="2000" b="0" dirty="0"/>
                    </a:p>
                  </a:txBody>
                  <a:tcPr/>
                </a:tc>
                <a:tc>
                  <a:txBody>
                    <a:bodyPr/>
                    <a:lstStyle/>
                    <a:p>
                      <a:r>
                        <a:rPr lang="en-US" sz="2000" b="0" i="0" kern="1200" dirty="0">
                          <a:solidFill>
                            <a:schemeClr val="dk1"/>
                          </a:solidFill>
                          <a:effectLst/>
                          <a:latin typeface="+mn-lt"/>
                          <a:ea typeface="+mn-ea"/>
                          <a:cs typeface="+mn-cs"/>
                        </a:rPr>
                        <a:t>Common in most job applications</a:t>
                      </a:r>
                      <a:endParaRPr lang="en-US" sz="2000" b="0" dirty="0"/>
                    </a:p>
                  </a:txBody>
                  <a:tcPr/>
                </a:tc>
                <a:extLst>
                  <a:ext uri="{0D108BD9-81ED-4DB2-BD59-A6C34878D82A}">
                    <a16:rowId xmlns:a16="http://schemas.microsoft.com/office/drawing/2014/main" val="2760765020"/>
                  </a:ext>
                </a:extLst>
              </a:tr>
            </a:tbl>
          </a:graphicData>
        </a:graphic>
      </p:graphicFrame>
    </p:spTree>
    <p:extLst>
      <p:ext uri="{BB962C8B-B14F-4D97-AF65-F5344CB8AC3E}">
        <p14:creationId xmlns:p14="http://schemas.microsoft.com/office/powerpoint/2010/main" val="2497075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761AF-65FB-4806-935D-AEA5530B14E4}"/>
              </a:ext>
            </a:extLst>
          </p:cNvPr>
          <p:cNvSpPr>
            <a:spLocks noGrp="1"/>
          </p:cNvSpPr>
          <p:nvPr>
            <p:ph type="title"/>
          </p:nvPr>
        </p:nvSpPr>
        <p:spPr>
          <a:xfrm>
            <a:off x="0" y="393700"/>
            <a:ext cx="12191999" cy="895287"/>
          </a:xfrm>
        </p:spPr>
        <p:txBody>
          <a:bodyPr>
            <a:normAutofit/>
          </a:bodyPr>
          <a:lstStyle/>
          <a:p>
            <a:r>
              <a:rPr lang="en-US" b="1" dirty="0"/>
              <a:t>Types of</a:t>
            </a:r>
            <a:r>
              <a:rPr lang="en-US" b="1" dirty="0">
                <a:cs typeface="Arial" panose="020B0604020202020204" pitchFamily="34" charset="0"/>
              </a:rPr>
              <a:t> Résumé</a:t>
            </a:r>
            <a:endParaRPr lang="en-US" b="1" dirty="0"/>
          </a:p>
        </p:txBody>
      </p:sp>
      <p:sp>
        <p:nvSpPr>
          <p:cNvPr id="4" name="Rectangle 1">
            <a:extLst>
              <a:ext uri="{FF2B5EF4-FFF2-40B4-BE49-F238E27FC236}">
                <a16:creationId xmlns:a16="http://schemas.microsoft.com/office/drawing/2014/main" id="{8CC04FD9-6497-48B4-854B-F8B1D2590516}"/>
              </a:ext>
            </a:extLst>
          </p:cNvPr>
          <p:cNvSpPr>
            <a:spLocks noGrp="1" noChangeArrowheads="1"/>
          </p:cNvSpPr>
          <p:nvPr>
            <p:ph idx="1"/>
          </p:nvPr>
        </p:nvSpPr>
        <p:spPr bwMode="auto">
          <a:xfrm>
            <a:off x="1358900" y="1392206"/>
            <a:ext cx="10061575"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Chronological:</a:t>
            </a:r>
            <a:r>
              <a:rPr kumimoji="0" lang="en-US" altLang="en-US" b="0" i="0" u="none" strike="noStrike" cap="none" normalizeH="0" baseline="0" dirty="0">
                <a:ln>
                  <a:noFill/>
                </a:ln>
                <a:solidFill>
                  <a:schemeClr val="tx1"/>
                </a:solidFill>
                <a:effectLst/>
                <a:latin typeface="Arial" panose="020B0604020202020204" pitchFamily="34" charset="0"/>
              </a:rPr>
              <a:t> Focuses on your work experience, listed from the most recent job to the oldest.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Functional:</a:t>
            </a:r>
            <a:r>
              <a:rPr kumimoji="0" lang="en-US" altLang="en-US" b="0" i="0" u="none" strike="noStrike" cap="none" normalizeH="0" baseline="0" dirty="0">
                <a:ln>
                  <a:noFill/>
                </a:ln>
                <a:solidFill>
                  <a:schemeClr val="tx1"/>
                </a:solidFill>
                <a:effectLst/>
                <a:latin typeface="Arial" panose="020B0604020202020204" pitchFamily="34" charset="0"/>
              </a:rPr>
              <a:t> Highlights your </a:t>
            </a:r>
            <a:r>
              <a:rPr kumimoji="0" lang="en-US" altLang="en-US" b="1" i="0" u="none" strike="noStrike" cap="none" normalizeH="0" baseline="0" dirty="0">
                <a:ln>
                  <a:noFill/>
                </a:ln>
                <a:solidFill>
                  <a:schemeClr val="tx1"/>
                </a:solidFill>
                <a:effectLst/>
                <a:latin typeface="Arial" panose="020B0604020202020204" pitchFamily="34" charset="0"/>
              </a:rPr>
              <a:t>skills</a:t>
            </a:r>
            <a:r>
              <a:rPr kumimoji="0" lang="en-US" altLang="en-US" b="0" i="0" u="none" strike="noStrike" cap="none" normalizeH="0" baseline="0" dirty="0">
                <a:ln>
                  <a:noFill/>
                </a:ln>
                <a:solidFill>
                  <a:schemeClr val="tx1"/>
                </a:solidFill>
                <a:effectLst/>
                <a:latin typeface="Arial" panose="020B0604020202020204" pitchFamily="34" charset="0"/>
              </a:rPr>
              <a:t> and </a:t>
            </a:r>
            <a:r>
              <a:rPr kumimoji="0" lang="en-US" altLang="en-US" b="1" i="0" u="none" strike="noStrike" cap="none" normalizeH="0" baseline="0" dirty="0">
                <a:ln>
                  <a:noFill/>
                </a:ln>
                <a:solidFill>
                  <a:schemeClr val="tx1"/>
                </a:solidFill>
                <a:effectLst/>
                <a:latin typeface="Arial" panose="020B0604020202020204" pitchFamily="34" charset="0"/>
              </a:rPr>
              <a:t>achievements</a:t>
            </a:r>
            <a:r>
              <a:rPr kumimoji="0" lang="en-US" altLang="en-US" b="0" i="0" u="none" strike="noStrike" cap="none" normalizeH="0" baseline="0" dirty="0">
                <a:ln>
                  <a:noFill/>
                </a:ln>
                <a:solidFill>
                  <a:schemeClr val="tx1"/>
                </a:solidFill>
                <a:effectLst/>
                <a:latin typeface="Arial" panose="020B0604020202020204" pitchFamily="34" charset="0"/>
              </a:rPr>
              <a:t> rather than focusing on the timeline of your work history.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Combination:</a:t>
            </a:r>
            <a:r>
              <a:rPr kumimoji="0" lang="en-US" altLang="en-US" b="0" i="0" u="none" strike="noStrike" cap="none" normalizeH="0" baseline="0" dirty="0">
                <a:ln>
                  <a:noFill/>
                </a:ln>
                <a:solidFill>
                  <a:schemeClr val="tx1"/>
                </a:solidFill>
                <a:effectLst/>
                <a:latin typeface="Arial" panose="020B0604020202020204" pitchFamily="34" charset="0"/>
              </a:rPr>
              <a:t> Combines both your </a:t>
            </a:r>
            <a:r>
              <a:rPr kumimoji="0" lang="en-US" altLang="en-US" b="1" i="0" u="none" strike="noStrike" cap="none" normalizeH="0" baseline="0" dirty="0">
                <a:ln>
                  <a:noFill/>
                </a:ln>
                <a:solidFill>
                  <a:schemeClr val="tx1"/>
                </a:solidFill>
                <a:effectLst/>
                <a:latin typeface="Arial" panose="020B0604020202020204" pitchFamily="34" charset="0"/>
              </a:rPr>
              <a:t>skills</a:t>
            </a:r>
            <a:r>
              <a:rPr kumimoji="0" lang="en-US" altLang="en-US" b="0" i="0" u="none" strike="noStrike" cap="none" normalizeH="0" baseline="0" dirty="0">
                <a:ln>
                  <a:noFill/>
                </a:ln>
                <a:solidFill>
                  <a:schemeClr val="tx1"/>
                </a:solidFill>
                <a:effectLst/>
                <a:latin typeface="Arial" panose="020B0604020202020204" pitchFamily="34" charset="0"/>
              </a:rPr>
              <a:t> and </a:t>
            </a:r>
            <a:r>
              <a:rPr kumimoji="0" lang="en-US" altLang="en-US" b="1" i="0" u="none" strike="noStrike" cap="none" normalizeH="0" baseline="0" dirty="0">
                <a:ln>
                  <a:noFill/>
                </a:ln>
                <a:solidFill>
                  <a:schemeClr val="tx1"/>
                </a:solidFill>
                <a:effectLst/>
                <a:latin typeface="Arial" panose="020B0604020202020204" pitchFamily="34" charset="0"/>
              </a:rPr>
              <a:t>work history</a:t>
            </a:r>
            <a:r>
              <a:rPr kumimoji="0" lang="en-US" altLang="en-US" b="0" i="0" u="none" strike="noStrike" cap="none" normalizeH="0" baseline="0" dirty="0">
                <a:ln>
                  <a:noFill/>
                </a:ln>
                <a:solidFill>
                  <a:schemeClr val="tx1"/>
                </a:solidFill>
                <a:effectLst/>
                <a:latin typeface="Arial" panose="020B0604020202020204" pitchFamily="34" charset="0"/>
              </a:rPr>
              <a:t>, offering a well-rounded view of your qualifications.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Targeted:</a:t>
            </a:r>
            <a:r>
              <a:rPr kumimoji="0" lang="en-US" altLang="en-US" b="0" i="0" u="none" strike="noStrike" cap="none" normalizeH="0" baseline="0" dirty="0">
                <a:ln>
                  <a:noFill/>
                </a:ln>
                <a:solidFill>
                  <a:schemeClr val="tx1"/>
                </a:solidFill>
                <a:effectLst/>
                <a:latin typeface="Arial" panose="020B0604020202020204" pitchFamily="34" charset="0"/>
              </a:rPr>
              <a:t> Specifically tailored to fit the requirements of a </a:t>
            </a:r>
            <a:r>
              <a:rPr kumimoji="0" lang="en-US" altLang="en-US" b="1" i="0" u="none" strike="noStrike" cap="none" normalizeH="0" baseline="0" dirty="0">
                <a:ln>
                  <a:noFill/>
                </a:ln>
                <a:solidFill>
                  <a:schemeClr val="tx1"/>
                </a:solidFill>
                <a:effectLst/>
                <a:latin typeface="Arial" panose="020B0604020202020204" pitchFamily="34" charset="0"/>
              </a:rPr>
              <a:t>particular job</a:t>
            </a:r>
            <a:r>
              <a:rPr kumimoji="0" lang="en-US" altLang="en-US" b="0" i="0" u="none" strike="noStrike" cap="none" normalizeH="0" baseline="0" dirty="0">
                <a:ln>
                  <a:noFill/>
                </a:ln>
                <a:solidFill>
                  <a:schemeClr val="tx1"/>
                </a:solidFill>
                <a:effectLst/>
                <a:latin typeface="Arial" panose="020B0604020202020204" pitchFamily="34" charset="0"/>
              </a:rPr>
              <a:t> or </a:t>
            </a:r>
            <a:r>
              <a:rPr kumimoji="0" lang="en-US" altLang="en-US" b="1" i="0" u="none" strike="noStrike" cap="none" normalizeH="0" baseline="0" dirty="0">
                <a:ln>
                  <a:noFill/>
                </a:ln>
                <a:solidFill>
                  <a:schemeClr val="tx1"/>
                </a:solidFill>
                <a:effectLst/>
                <a:latin typeface="Arial" panose="020B0604020202020204" pitchFamily="34" charset="0"/>
              </a:rPr>
              <a:t>industry</a:t>
            </a:r>
            <a:r>
              <a:rPr kumimoji="0" lang="en-US" altLang="en-US" b="0" i="0" u="none" strike="noStrike" cap="none" normalizeH="0" baseline="0" dirty="0">
                <a:ln>
                  <a:noFill/>
                </a:ln>
                <a:solidFill>
                  <a:schemeClr val="tx1"/>
                </a:solidFill>
                <a:effectLst/>
                <a:latin typeface="Arial" panose="020B0604020202020204" pitchFamily="34" charset="0"/>
              </a:rPr>
              <a:t>, emphasizing relevant skills and experiences.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106833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8648C-825B-47FC-815F-7DD4D2762772}"/>
              </a:ext>
            </a:extLst>
          </p:cNvPr>
          <p:cNvSpPr>
            <a:spLocks noGrp="1"/>
          </p:cNvSpPr>
          <p:nvPr>
            <p:ph type="title"/>
          </p:nvPr>
        </p:nvSpPr>
        <p:spPr>
          <a:xfrm>
            <a:off x="0" y="447675"/>
            <a:ext cx="12191999" cy="895349"/>
          </a:xfrm>
        </p:spPr>
        <p:txBody>
          <a:bodyPr/>
          <a:lstStyle/>
          <a:p>
            <a:r>
              <a:rPr lang="en-US" b="1" dirty="0"/>
              <a:t>Importance of </a:t>
            </a:r>
            <a:r>
              <a:rPr lang="en-US" b="1" dirty="0">
                <a:cs typeface="Arial" panose="020B0604020202020204" pitchFamily="34" charset="0"/>
              </a:rPr>
              <a:t>Résumé</a:t>
            </a:r>
            <a:endParaRPr lang="en-US" b="1" dirty="0"/>
          </a:p>
        </p:txBody>
      </p:sp>
      <p:sp>
        <p:nvSpPr>
          <p:cNvPr id="4" name="Rectangle 1">
            <a:extLst>
              <a:ext uri="{FF2B5EF4-FFF2-40B4-BE49-F238E27FC236}">
                <a16:creationId xmlns:a16="http://schemas.microsoft.com/office/drawing/2014/main" id="{78150A23-62BF-4292-AC85-A9E97CC82932}"/>
              </a:ext>
            </a:extLst>
          </p:cNvPr>
          <p:cNvSpPr>
            <a:spLocks noGrp="1" noChangeArrowheads="1"/>
          </p:cNvSpPr>
          <p:nvPr>
            <p:ph idx="1"/>
          </p:nvPr>
        </p:nvSpPr>
        <p:spPr bwMode="auto">
          <a:xfrm>
            <a:off x="1389063" y="1219877"/>
            <a:ext cx="10250488"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lvl="0" indent="0" algn="just" defTabSz="914400" eaLnBrk="0" fontAlgn="base" hangingPunct="0">
              <a:spcBef>
                <a:spcPct val="0"/>
              </a:spcBef>
              <a:spcAft>
                <a:spcPct val="0"/>
              </a:spcAft>
              <a:buClrTx/>
              <a:buSzTx/>
              <a:buFontTx/>
              <a:buChar char="•"/>
            </a:pPr>
            <a:r>
              <a:rPr kumimoji="0" lang="en-US" altLang="en-US" b="0" i="0" u="none" strike="noStrike" cap="none" normalizeH="0" baseline="0" dirty="0">
                <a:ln>
                  <a:noFill/>
                </a:ln>
                <a:solidFill>
                  <a:schemeClr val="tx1"/>
                </a:solidFill>
                <a:effectLst/>
                <a:latin typeface="Arial" panose="020B0604020202020204" pitchFamily="34" charset="0"/>
              </a:rPr>
              <a:t>A</a:t>
            </a:r>
            <a:r>
              <a:rPr lang="en-US" b="1" dirty="0">
                <a:cs typeface="Arial" panose="020B0604020202020204" pitchFamily="34" charset="0"/>
              </a:rPr>
              <a:t> </a:t>
            </a:r>
            <a:r>
              <a:rPr lang="en-US" b="1" dirty="0">
                <a:latin typeface="Arial" panose="020B0604020202020204" pitchFamily="34" charset="0"/>
                <a:cs typeface="Arial" panose="020B0604020202020204" pitchFamily="34" charset="0"/>
              </a:rPr>
              <a:t>Résumé</a:t>
            </a:r>
            <a:r>
              <a:rPr kumimoji="0" lang="en-US" altLang="en-US" b="0" i="0" u="none" strike="noStrike" cap="none" normalizeH="0" baseline="0" dirty="0">
                <a:ln>
                  <a:noFill/>
                </a:ln>
                <a:solidFill>
                  <a:schemeClr val="tx1"/>
                </a:solidFill>
                <a:effectLst/>
                <a:latin typeface="Arial" panose="020B0604020202020204" pitchFamily="34" charset="0"/>
              </a:rPr>
              <a:t> is essential for </a:t>
            </a:r>
            <a:r>
              <a:rPr kumimoji="0" lang="en-US" altLang="en-US" b="1" i="0" u="none" strike="noStrike" cap="none" normalizeH="0" baseline="0" dirty="0">
                <a:ln>
                  <a:noFill/>
                </a:ln>
                <a:solidFill>
                  <a:schemeClr val="tx1"/>
                </a:solidFill>
                <a:effectLst/>
                <a:latin typeface="Arial" panose="020B0604020202020204" pitchFamily="34" charset="0"/>
              </a:rPr>
              <a:t>effective </a:t>
            </a:r>
            <a:r>
              <a:rPr kumimoji="0" lang="en-US" altLang="en-US" b="1" i="0" u="none" strike="noStrike" cap="none" normalizeH="0" baseline="0" dirty="0" err="1">
                <a:ln>
                  <a:noFill/>
                </a:ln>
                <a:solidFill>
                  <a:schemeClr val="tx1"/>
                </a:solidFill>
                <a:effectLst/>
                <a:latin typeface="Arial" panose="020B0604020202020204" pitchFamily="34" charset="0"/>
              </a:rPr>
              <a:t>communication</a:t>
            </a:r>
            <a:r>
              <a:rPr kumimoji="0" lang="en-US" altLang="en-US" b="0" i="0" u="none" strike="noStrike" cap="none" normalizeH="0" baseline="0" dirty="0" err="1">
                <a:ln>
                  <a:noFill/>
                </a:ln>
                <a:solidFill>
                  <a:schemeClr val="tx1"/>
                </a:solidFill>
                <a:effectLst/>
                <a:latin typeface="Arial" panose="020B0604020202020204" pitchFamily="34" charset="0"/>
              </a:rPr>
              <a:t>,showcasing</a:t>
            </a:r>
            <a:r>
              <a:rPr lang="en-US" altLang="en-US" dirty="0">
                <a:latin typeface="Arial" panose="020B0604020202020204" pitchFamily="34" charset="0"/>
              </a:rPr>
              <a:t> </a:t>
            </a:r>
            <a:r>
              <a:rPr kumimoji="0" lang="en-US" altLang="en-US" b="0" i="0" u="none" strike="noStrike" cap="none" normalizeH="0" baseline="0" dirty="0">
                <a:ln>
                  <a:noFill/>
                </a:ln>
                <a:solidFill>
                  <a:schemeClr val="tx1"/>
                </a:solidFill>
                <a:effectLst/>
                <a:latin typeface="Arial" panose="020B0604020202020204" pitchFamily="34" charset="0"/>
              </a:rPr>
              <a:t>your qualifications and skills.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It creates a </a:t>
            </a:r>
            <a:r>
              <a:rPr kumimoji="0" lang="en-US" altLang="en-US" b="1" i="0" u="none" strike="noStrike" cap="none" normalizeH="0" baseline="0" dirty="0">
                <a:ln>
                  <a:noFill/>
                </a:ln>
                <a:solidFill>
                  <a:schemeClr val="tx1"/>
                </a:solidFill>
                <a:effectLst/>
                <a:latin typeface="Arial" panose="020B0604020202020204" pitchFamily="34" charset="0"/>
              </a:rPr>
              <a:t>first impression</a:t>
            </a:r>
            <a:r>
              <a:rPr kumimoji="0" lang="en-US" altLang="en-US" b="0" i="0" u="none" strike="noStrike" cap="none" normalizeH="0" baseline="0" dirty="0">
                <a:ln>
                  <a:noFill/>
                </a:ln>
                <a:solidFill>
                  <a:schemeClr val="tx1"/>
                </a:solidFill>
                <a:effectLst/>
                <a:latin typeface="Arial" panose="020B0604020202020204" pitchFamily="34" charset="0"/>
              </a:rPr>
              <a:t> and helps you stand out among other applicants.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A well-crafted resume is key to being </a:t>
            </a:r>
            <a:r>
              <a:rPr kumimoji="0" lang="en-US" altLang="en-US" b="1" i="0" u="none" strike="noStrike" cap="none" normalizeH="0" baseline="0" dirty="0">
                <a:ln>
                  <a:noFill/>
                </a:ln>
                <a:solidFill>
                  <a:schemeClr val="tx1"/>
                </a:solidFill>
                <a:effectLst/>
                <a:latin typeface="Arial" panose="020B0604020202020204" pitchFamily="34" charset="0"/>
              </a:rPr>
              <a:t>shortlisted</a:t>
            </a:r>
            <a:r>
              <a:rPr kumimoji="0" lang="en-US" altLang="en-US" b="0" i="0" u="none" strike="noStrike" cap="none" normalizeH="0" baseline="0" dirty="0">
                <a:ln>
                  <a:noFill/>
                </a:ln>
                <a:solidFill>
                  <a:schemeClr val="tx1"/>
                </a:solidFill>
                <a:effectLst/>
                <a:latin typeface="Arial" panose="020B0604020202020204" pitchFamily="34" charset="0"/>
              </a:rPr>
              <a:t> for an interview.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It acts as a </a:t>
            </a:r>
            <a:r>
              <a:rPr kumimoji="0" lang="en-US" altLang="en-US" b="1" i="0" u="none" strike="noStrike" cap="none" normalizeH="0" baseline="0" dirty="0">
                <a:ln>
                  <a:noFill/>
                </a:ln>
                <a:solidFill>
                  <a:schemeClr val="tx1"/>
                </a:solidFill>
                <a:effectLst/>
                <a:latin typeface="Arial" panose="020B0604020202020204" pitchFamily="34" charset="0"/>
              </a:rPr>
              <a:t>persuasive tool</a:t>
            </a:r>
            <a:r>
              <a:rPr kumimoji="0" lang="en-US" altLang="en-US" b="0" i="0" u="none" strike="noStrike" cap="none" normalizeH="0" baseline="0" dirty="0">
                <a:ln>
                  <a:noFill/>
                </a:ln>
                <a:solidFill>
                  <a:schemeClr val="tx1"/>
                </a:solidFill>
                <a:effectLst/>
                <a:latin typeface="Arial" panose="020B0604020202020204" pitchFamily="34" charset="0"/>
              </a:rPr>
              <a:t>, highlighting why you’re the right fit for the job.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Writing a strong resume is crucial in the </a:t>
            </a:r>
            <a:r>
              <a:rPr kumimoji="0" lang="en-US" altLang="en-US" b="1" i="0" u="none" strike="noStrike" cap="none" normalizeH="0" baseline="0" dirty="0">
                <a:ln>
                  <a:noFill/>
                </a:ln>
                <a:solidFill>
                  <a:schemeClr val="tx1"/>
                </a:solidFill>
                <a:effectLst/>
                <a:latin typeface="Arial" panose="020B0604020202020204" pitchFamily="34" charset="0"/>
              </a:rPr>
              <a:t>job search process</a:t>
            </a:r>
            <a:r>
              <a:rPr kumimoji="0" lang="en-US" altLang="en-US" b="0" i="0" u="none" strike="noStrike" cap="none" normalizeH="0" baseline="0" dirty="0">
                <a:ln>
                  <a:noFill/>
                </a:ln>
                <a:solidFill>
                  <a:schemeClr val="tx1"/>
                </a:solidFill>
                <a:effectLst/>
                <a:latin typeface="Arial" panose="020B0604020202020204" pitchFamily="34" charset="0"/>
              </a:rPr>
              <a:t> to get noticed and land the job.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740172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4F2CC-D311-4636-883A-D2543F85D356}"/>
              </a:ext>
            </a:extLst>
          </p:cNvPr>
          <p:cNvSpPr>
            <a:spLocks noGrp="1"/>
          </p:cNvSpPr>
          <p:nvPr>
            <p:ph type="title"/>
          </p:nvPr>
        </p:nvSpPr>
        <p:spPr>
          <a:xfrm>
            <a:off x="96252" y="190500"/>
            <a:ext cx="12095747" cy="1070409"/>
          </a:xfrm>
        </p:spPr>
        <p:txBody>
          <a:bodyPr>
            <a:normAutofit/>
          </a:bodyPr>
          <a:lstStyle/>
          <a:p>
            <a:r>
              <a:rPr lang="en-US" b="1" dirty="0"/>
              <a:t>Key Points of </a:t>
            </a:r>
            <a:r>
              <a:rPr lang="en-US" b="1" dirty="0">
                <a:cs typeface="Arial" panose="020B0604020202020204" pitchFamily="34" charset="0"/>
              </a:rPr>
              <a:t>Résumé </a:t>
            </a:r>
            <a:r>
              <a:rPr lang="en-US" dirty="0"/>
              <a:t>:</a:t>
            </a:r>
          </a:p>
        </p:txBody>
      </p:sp>
      <p:graphicFrame>
        <p:nvGraphicFramePr>
          <p:cNvPr id="10" name="Content Placeholder 9">
            <a:extLst>
              <a:ext uri="{FF2B5EF4-FFF2-40B4-BE49-F238E27FC236}">
                <a16:creationId xmlns:a16="http://schemas.microsoft.com/office/drawing/2014/main" id="{63B0DE34-9A08-410E-812A-611D586CC5DE}"/>
              </a:ext>
            </a:extLst>
          </p:cNvPr>
          <p:cNvGraphicFramePr>
            <a:graphicFrameLocks noGrp="1"/>
          </p:cNvGraphicFramePr>
          <p:nvPr>
            <p:ph idx="1"/>
            <p:extLst>
              <p:ext uri="{D42A27DB-BD31-4B8C-83A1-F6EECF244321}">
                <p14:modId xmlns:p14="http://schemas.microsoft.com/office/powerpoint/2010/main" val="2089063063"/>
              </p:ext>
            </p:extLst>
          </p:nvPr>
        </p:nvGraphicFramePr>
        <p:xfrm>
          <a:off x="1484310" y="1422400"/>
          <a:ext cx="9818689" cy="41506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881746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BA4B8-DF52-47AD-89F9-61DD734D5E40}"/>
              </a:ext>
            </a:extLst>
          </p:cNvPr>
          <p:cNvSpPr>
            <a:spLocks noGrp="1"/>
          </p:cNvSpPr>
          <p:nvPr>
            <p:ph type="title"/>
          </p:nvPr>
        </p:nvSpPr>
        <p:spPr>
          <a:xfrm>
            <a:off x="0" y="114299"/>
            <a:ext cx="12318999" cy="1143001"/>
          </a:xfrm>
        </p:spPr>
        <p:txBody>
          <a:bodyPr/>
          <a:lstStyle/>
          <a:p>
            <a:r>
              <a:rPr lang="en-US" b="1" dirty="0"/>
              <a:t>Contact Information </a:t>
            </a:r>
          </a:p>
        </p:txBody>
      </p:sp>
      <p:sp>
        <p:nvSpPr>
          <p:cNvPr id="4" name="Rectangle 1">
            <a:extLst>
              <a:ext uri="{FF2B5EF4-FFF2-40B4-BE49-F238E27FC236}">
                <a16:creationId xmlns:a16="http://schemas.microsoft.com/office/drawing/2014/main" id="{36699E2C-7D9F-4735-BE22-4274C506E435}"/>
              </a:ext>
            </a:extLst>
          </p:cNvPr>
          <p:cNvSpPr>
            <a:spLocks noGrp="1" noChangeArrowheads="1"/>
          </p:cNvSpPr>
          <p:nvPr>
            <p:ph idx="1"/>
          </p:nvPr>
        </p:nvSpPr>
        <p:spPr bwMode="auto">
          <a:xfrm>
            <a:off x="1458913" y="1350739"/>
            <a:ext cx="7342187" cy="4145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Contact Information</a:t>
            </a:r>
            <a:r>
              <a:rPr kumimoji="0" lang="en-US" altLang="en-US" b="0" i="0" u="none" strike="noStrike" cap="none" normalizeH="0" baseline="0" dirty="0">
                <a:ln>
                  <a:noFill/>
                </a:ln>
                <a:solidFill>
                  <a:schemeClr val="tx1"/>
                </a:solidFill>
                <a:effectLst/>
                <a:latin typeface="Arial" panose="020B0604020202020204" pitchFamily="34" charset="0"/>
              </a:rPr>
              <a:t> is crucial for employers to reach you and should be placed at the top of your resume. Include: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Full Name</a:t>
            </a:r>
            <a:r>
              <a:rPr kumimoji="0" lang="en-US" altLang="en-US" b="0" i="0" u="none" strike="noStrike" cap="none" normalizeH="0" baseline="0" dirty="0">
                <a:ln>
                  <a:noFill/>
                </a:ln>
                <a:solidFill>
                  <a:schemeClr val="tx1"/>
                </a:solidFill>
                <a:effectLst/>
                <a:latin typeface="Arial" panose="020B0604020202020204" pitchFamily="34"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Professional Email</a:t>
            </a:r>
            <a:r>
              <a:rPr kumimoji="0" lang="en-US" altLang="en-US" b="0" i="0" u="none" strike="noStrike" cap="none" normalizeH="0" baseline="0" dirty="0">
                <a:ln>
                  <a:noFill/>
                </a:ln>
                <a:solidFill>
                  <a:schemeClr val="tx1"/>
                </a:solidFill>
                <a:effectLst/>
                <a:latin typeface="Arial" panose="020B0604020202020204" pitchFamily="34"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Phone Number</a:t>
            </a:r>
            <a:r>
              <a:rPr kumimoji="0" lang="en-US" altLang="en-US" b="0" i="0" u="none" strike="noStrike" cap="none" normalizeH="0" baseline="0" dirty="0">
                <a:ln>
                  <a:noFill/>
                </a:ln>
                <a:solidFill>
                  <a:schemeClr val="tx1"/>
                </a:solidFill>
                <a:effectLst/>
                <a:latin typeface="Arial" panose="020B0604020202020204" pitchFamily="34"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LinkedIn/Profile</a:t>
            </a:r>
            <a:r>
              <a:rPr kumimoji="0" lang="en-US" altLang="en-US" b="0" i="0" u="none" strike="noStrike" cap="none" normalizeH="0" baseline="0" dirty="0">
                <a:ln>
                  <a:noFill/>
                </a:ln>
                <a:solidFill>
                  <a:schemeClr val="tx1"/>
                </a:solidFill>
                <a:effectLst/>
                <a:latin typeface="Arial" panose="020B0604020202020204" pitchFamily="34" charset="0"/>
              </a:rPr>
              <a:t> (if relevant)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Avoid </a:t>
            </a:r>
            <a:r>
              <a:rPr kumimoji="0" lang="en-US" altLang="en-US" i="0" u="none" strike="noStrike" cap="none" normalizeH="0" baseline="0" dirty="0">
                <a:ln>
                  <a:noFill/>
                </a:ln>
                <a:solidFill>
                  <a:schemeClr val="tx1"/>
                </a:solidFill>
                <a:effectLst/>
                <a:latin typeface="Arial" panose="020B0604020202020204" pitchFamily="34" charset="0"/>
              </a:rPr>
              <a:t>p</a:t>
            </a:r>
            <a:r>
              <a:rPr kumimoji="0" lang="en-US" altLang="en-US" b="0" i="0" u="none" strike="noStrike" cap="none" normalizeH="0" baseline="0" dirty="0">
                <a:ln>
                  <a:noFill/>
                </a:ln>
                <a:solidFill>
                  <a:schemeClr val="tx1"/>
                </a:solidFill>
                <a:effectLst/>
                <a:latin typeface="Arial" panose="020B0604020202020204" pitchFamily="34" charset="0"/>
              </a:rPr>
              <a:t>ersonal details like age, gender, or a photo unless requested, to prevent bias or privacy issues. Keep this section simple, professional, and easy to find.</a:t>
            </a:r>
          </a:p>
        </p:txBody>
      </p:sp>
      <p:pic>
        <p:nvPicPr>
          <p:cNvPr id="6147" name="Picture 3" descr="Resume for Job - Template &amp; Writing Guide (Free Download)">
            <a:extLst>
              <a:ext uri="{FF2B5EF4-FFF2-40B4-BE49-F238E27FC236}">
                <a16:creationId xmlns:a16="http://schemas.microsoft.com/office/drawing/2014/main" id="{468B61FC-7ED2-457B-98EC-94EEA88148F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623" t="24722" r="58637" b="58056"/>
          <a:stretch/>
        </p:blipFill>
        <p:spPr bwMode="auto">
          <a:xfrm>
            <a:off x="8801101" y="2200275"/>
            <a:ext cx="2952750" cy="1781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69415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E853D-54AE-4EBC-8F08-938F92395C20}"/>
              </a:ext>
            </a:extLst>
          </p:cNvPr>
          <p:cNvSpPr>
            <a:spLocks noGrp="1"/>
          </p:cNvSpPr>
          <p:nvPr>
            <p:ph type="title"/>
          </p:nvPr>
        </p:nvSpPr>
        <p:spPr>
          <a:xfrm>
            <a:off x="1435101" y="292101"/>
            <a:ext cx="9525000" cy="850899"/>
          </a:xfrm>
        </p:spPr>
        <p:txBody>
          <a:bodyPr>
            <a:normAutofit fontScale="90000"/>
          </a:bodyPr>
          <a:lstStyle/>
          <a:p>
            <a:r>
              <a:rPr lang="en-US" b="1" dirty="0"/>
              <a:t>Professional Summary / Objective Statement </a:t>
            </a:r>
          </a:p>
        </p:txBody>
      </p:sp>
      <p:sp>
        <p:nvSpPr>
          <p:cNvPr id="4" name="Rectangle 1">
            <a:extLst>
              <a:ext uri="{FF2B5EF4-FFF2-40B4-BE49-F238E27FC236}">
                <a16:creationId xmlns:a16="http://schemas.microsoft.com/office/drawing/2014/main" id="{E94FA4DA-0E41-4E9C-A4CE-17CC4D7D36E7}"/>
              </a:ext>
            </a:extLst>
          </p:cNvPr>
          <p:cNvSpPr>
            <a:spLocks noGrp="1" noChangeArrowheads="1"/>
          </p:cNvSpPr>
          <p:nvPr>
            <p:ph idx="1"/>
          </p:nvPr>
        </p:nvSpPr>
        <p:spPr bwMode="auto">
          <a:xfrm>
            <a:off x="1625599" y="1519409"/>
            <a:ext cx="7489825"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defTabSz="914400" eaLnBrk="0" fontAlgn="base" hangingPunct="0">
              <a:spcBef>
                <a:spcPct val="0"/>
              </a:spcBef>
              <a:spcAft>
                <a:spcPct val="0"/>
              </a:spcAft>
              <a:buClrTx/>
              <a:buSzTx/>
              <a:buNone/>
            </a:pPr>
            <a:r>
              <a:rPr kumimoji="0" lang="en-US" altLang="en-US" sz="2000" b="0" i="0" u="none" strike="noStrike" cap="none" normalizeH="0" baseline="0" dirty="0">
                <a:ln>
                  <a:noFill/>
                </a:ln>
                <a:solidFill>
                  <a:schemeClr val="tx1"/>
                </a:solidFill>
                <a:effectLst/>
                <a:latin typeface="Arial" panose="020B0604020202020204" pitchFamily="34" charset="0"/>
              </a:rPr>
              <a:t>A </a:t>
            </a:r>
            <a:r>
              <a:rPr kumimoji="0" lang="en-US" altLang="en-US" sz="2000" b="1" i="0" u="none" strike="noStrike" cap="none" normalizeH="0" baseline="0" dirty="0">
                <a:ln>
                  <a:noFill/>
                </a:ln>
                <a:solidFill>
                  <a:schemeClr val="tx1"/>
                </a:solidFill>
                <a:effectLst/>
                <a:latin typeface="Arial" panose="020B0604020202020204" pitchFamily="34" charset="0"/>
              </a:rPr>
              <a:t>Professional Summary</a:t>
            </a:r>
            <a:r>
              <a:rPr kumimoji="0" lang="en-US" altLang="en-US" sz="2000" b="0" i="0" u="none" strike="noStrike" cap="none" normalizeH="0" baseline="0" dirty="0">
                <a:ln>
                  <a:noFill/>
                </a:ln>
                <a:solidFill>
                  <a:schemeClr val="tx1"/>
                </a:solidFill>
                <a:effectLst/>
                <a:latin typeface="Arial" panose="020B0604020202020204" pitchFamily="34" charset="0"/>
              </a:rPr>
              <a:t> or </a:t>
            </a:r>
            <a:r>
              <a:rPr kumimoji="0" lang="en-US" altLang="en-US" sz="2000" b="1" i="0" u="none" strike="noStrike" cap="none" normalizeH="0" baseline="0" dirty="0">
                <a:ln>
                  <a:noFill/>
                </a:ln>
                <a:solidFill>
                  <a:schemeClr val="tx1"/>
                </a:solidFill>
                <a:effectLst/>
                <a:latin typeface="Arial" panose="020B0604020202020204" pitchFamily="34" charset="0"/>
              </a:rPr>
              <a:t>Objective</a:t>
            </a:r>
            <a:r>
              <a:rPr kumimoji="0" lang="en-US" altLang="en-US" sz="2000" b="0" i="0" u="none" strike="noStrike" cap="none" normalizeH="0" baseline="0" dirty="0">
                <a:ln>
                  <a:noFill/>
                </a:ln>
                <a:solidFill>
                  <a:schemeClr val="tx1"/>
                </a:solidFill>
                <a:effectLst/>
                <a:latin typeface="Arial" panose="020B0604020202020204" pitchFamily="34" charset="0"/>
              </a:rPr>
              <a:t> is a brief statement at the beginning of your </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r</a:t>
            </a:r>
            <a:r>
              <a:rPr lang="en-US" sz="2000" dirty="0">
                <a:latin typeface="Arial" panose="020B0604020202020204" pitchFamily="34" charset="0"/>
                <a:cs typeface="Arial" panose="020B0604020202020204" pitchFamily="34" charset="0"/>
              </a:rPr>
              <a:t>ésumé</a:t>
            </a:r>
            <a:r>
              <a:rPr lang="en-US" sz="2000" b="1" dirty="0">
                <a:cs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rPr>
              <a:t>that highlights your career goals, key skills, and qualifications. Here's the difference: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Professional Summary</a:t>
            </a:r>
            <a:r>
              <a:rPr kumimoji="0" lang="en-US" altLang="en-US" sz="2000" b="0" i="0" u="none" strike="noStrike" cap="none" normalizeH="0" baseline="0" dirty="0">
                <a:ln>
                  <a:noFill/>
                </a:ln>
                <a:solidFill>
                  <a:schemeClr val="tx1"/>
                </a:solidFill>
                <a:effectLst/>
                <a:latin typeface="Arial" panose="020B0604020202020204" pitchFamily="34" charset="0"/>
              </a:rPr>
              <a:t>: </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Arial" panose="020B0604020202020204" pitchFamily="34" charset="0"/>
              </a:rPr>
              <a:t> A few sentences summarizing your experience, skills, and accomplishments, typically for experienced professionals. It showcases what you bring to the job and your value.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Objective</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Arial" panose="020B0604020202020204" pitchFamily="34" charset="0"/>
              </a:rPr>
              <a:t>A statement of your career goals and what you aim to achieve in the position you're applying for. This is more common for entry-level positions or those making a career change.</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Both should be clear, concise, and tailored to the specific job you're applying for.</a:t>
            </a:r>
          </a:p>
        </p:txBody>
      </p:sp>
      <p:pic>
        <p:nvPicPr>
          <p:cNvPr id="7171" name="Picture 3" descr="Resume for Job - Template &amp; Writing Guide (Free Download)">
            <a:extLst>
              <a:ext uri="{FF2B5EF4-FFF2-40B4-BE49-F238E27FC236}">
                <a16:creationId xmlns:a16="http://schemas.microsoft.com/office/drawing/2014/main" id="{F9AC51A7-94CF-486C-8872-E984837C50B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147" t="42019" r="56949" b="37990"/>
          <a:stretch/>
        </p:blipFill>
        <p:spPr bwMode="auto">
          <a:xfrm>
            <a:off x="9312245" y="2400300"/>
            <a:ext cx="2663883" cy="1704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73916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F4B42-4499-4024-A4CF-608265F85C8C}"/>
              </a:ext>
            </a:extLst>
          </p:cNvPr>
          <p:cNvSpPr>
            <a:spLocks noGrp="1"/>
          </p:cNvSpPr>
          <p:nvPr>
            <p:ph type="title"/>
          </p:nvPr>
        </p:nvSpPr>
        <p:spPr>
          <a:xfrm>
            <a:off x="1" y="152401"/>
            <a:ext cx="12191999" cy="1292734"/>
          </a:xfrm>
        </p:spPr>
        <p:txBody>
          <a:bodyPr>
            <a:normAutofit/>
          </a:bodyPr>
          <a:lstStyle/>
          <a:p>
            <a:r>
              <a:rPr lang="en-US" b="1" dirty="0"/>
              <a:t>Key Skills Section</a:t>
            </a:r>
          </a:p>
        </p:txBody>
      </p:sp>
      <p:sp>
        <p:nvSpPr>
          <p:cNvPr id="4" name="Rectangle 1">
            <a:extLst>
              <a:ext uri="{FF2B5EF4-FFF2-40B4-BE49-F238E27FC236}">
                <a16:creationId xmlns:a16="http://schemas.microsoft.com/office/drawing/2014/main" id="{7C528B65-5EB8-4AB2-BB9C-76C2A35634ED}"/>
              </a:ext>
            </a:extLst>
          </p:cNvPr>
          <p:cNvSpPr>
            <a:spLocks noGrp="1" noChangeArrowheads="1"/>
          </p:cNvSpPr>
          <p:nvPr>
            <p:ph idx="1"/>
          </p:nvPr>
        </p:nvSpPr>
        <p:spPr bwMode="auto">
          <a:xfrm>
            <a:off x="1536700" y="1510636"/>
            <a:ext cx="7902575" cy="3847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defTabSz="914400" eaLnBrk="0" fontAlgn="base" hangingPunct="0">
              <a:spcBef>
                <a:spcPct val="0"/>
              </a:spcBef>
              <a:spcAft>
                <a:spcPct val="0"/>
              </a:spcAft>
              <a:buClrTx/>
              <a:buSzTx/>
              <a:buNone/>
            </a:pPr>
            <a:r>
              <a:rPr kumimoji="0" lang="en-US" altLang="en-US" sz="2000" b="0" i="0" u="none" strike="noStrike" cap="none" normalizeH="0" baseline="0" dirty="0">
                <a:ln>
                  <a:noFill/>
                </a:ln>
                <a:solidFill>
                  <a:schemeClr val="tx1"/>
                </a:solidFill>
                <a:effectLst/>
                <a:latin typeface="Arial" panose="020B0604020202020204" pitchFamily="34" charset="0"/>
              </a:rPr>
              <a:t>The </a:t>
            </a:r>
            <a:r>
              <a:rPr kumimoji="0" lang="en-US" altLang="en-US" sz="2000" b="1" i="0" u="none" strike="noStrike" cap="none" normalizeH="0" baseline="0" dirty="0">
                <a:ln>
                  <a:noFill/>
                </a:ln>
                <a:solidFill>
                  <a:schemeClr val="tx1"/>
                </a:solidFill>
                <a:effectLst/>
                <a:latin typeface="Arial" panose="020B0604020202020204" pitchFamily="34" charset="0"/>
              </a:rPr>
              <a:t>Key Skills</a:t>
            </a:r>
            <a:r>
              <a:rPr kumimoji="0" lang="en-US" altLang="en-US" sz="2000" b="0" i="0" u="none" strike="noStrike" cap="none" normalizeH="0" baseline="0" dirty="0">
                <a:ln>
                  <a:noFill/>
                </a:ln>
                <a:solidFill>
                  <a:schemeClr val="tx1"/>
                </a:solidFill>
                <a:effectLst/>
                <a:latin typeface="Arial" panose="020B0604020202020204" pitchFamily="34" charset="0"/>
              </a:rPr>
              <a:t> section of </a:t>
            </a:r>
            <a:r>
              <a:rPr kumimoji="0" lang="en-US" altLang="en-US" sz="2000" i="0" u="none" strike="noStrike" cap="none" normalizeH="0" baseline="0" dirty="0">
                <a:ln>
                  <a:noFill/>
                </a:ln>
                <a:solidFill>
                  <a:schemeClr val="tx1"/>
                </a:solidFill>
                <a:effectLst/>
                <a:latin typeface="Arial" panose="020B0604020202020204" pitchFamily="34" charset="0"/>
                <a:cs typeface="Arial" panose="020B0604020202020204" pitchFamily="34" charset="0"/>
              </a:rPr>
              <a:t>a r</a:t>
            </a:r>
            <a:r>
              <a:rPr lang="en-US" sz="2000" dirty="0">
                <a:latin typeface="Arial" panose="020B0604020202020204" pitchFamily="34" charset="0"/>
                <a:cs typeface="Arial" panose="020B0604020202020204" pitchFamily="34" charset="0"/>
              </a:rPr>
              <a:t>ésumé </a:t>
            </a:r>
            <a:r>
              <a:rPr kumimoji="0" lang="en-US" altLang="en-US" sz="2000" b="0" i="0" u="none" strike="noStrike" cap="none" normalizeH="0" baseline="0" dirty="0">
                <a:ln>
                  <a:noFill/>
                </a:ln>
                <a:solidFill>
                  <a:schemeClr val="tx1"/>
                </a:solidFill>
                <a:effectLst/>
                <a:latin typeface="Arial" panose="020B0604020202020204" pitchFamily="34" charset="0"/>
              </a:rPr>
              <a:t>highlights your most relevant abilities for the job you're applying for. It provides a quick overview of your expertise, allowing employers to quickly see if you have the skills they need.</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Here’s what to include: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Relevant Skills</a:t>
            </a:r>
            <a:r>
              <a:rPr kumimoji="0" lang="en-US" altLang="en-US" sz="2000" b="0" i="0" u="none" strike="noStrike" cap="none" normalizeH="0" baseline="0" dirty="0">
                <a:ln>
                  <a:noFill/>
                </a:ln>
                <a:solidFill>
                  <a:schemeClr val="tx1"/>
                </a:solidFill>
                <a:effectLst/>
                <a:latin typeface="Arial" panose="020B0604020202020204" pitchFamily="34" charset="0"/>
              </a:rPr>
              <a:t>: List specific skills related to the job, such as technical abilities, software knowledge, or communication skills.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Soft Skills</a:t>
            </a:r>
            <a:r>
              <a:rPr kumimoji="0" lang="en-US" altLang="en-US" sz="2000" b="0" i="0" u="none" strike="noStrike" cap="none" normalizeH="0" baseline="0" dirty="0">
                <a:ln>
                  <a:noFill/>
                </a:ln>
                <a:solidFill>
                  <a:schemeClr val="tx1"/>
                </a:solidFill>
                <a:effectLst/>
                <a:latin typeface="Arial" panose="020B0604020202020204" pitchFamily="34" charset="0"/>
              </a:rPr>
              <a:t>: Include traits like teamwork, problem-solving, and leadership if they are important for the role.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Tailored to the Job</a:t>
            </a:r>
            <a:r>
              <a:rPr kumimoji="0" lang="en-US" altLang="en-US" sz="2000" b="0" i="0" u="none" strike="noStrike" cap="none" normalizeH="0" baseline="0" dirty="0">
                <a:ln>
                  <a:noFill/>
                </a:ln>
                <a:solidFill>
                  <a:schemeClr val="tx1"/>
                </a:solidFill>
                <a:effectLst/>
                <a:latin typeface="Arial" panose="020B0604020202020204" pitchFamily="34" charset="0"/>
              </a:rPr>
              <a:t>: Customize this section for each job application, focusing on the skills most relevant to the position.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Keep it concise, with a bullet-point list for easy scanning.</a:t>
            </a:r>
          </a:p>
        </p:txBody>
      </p:sp>
      <p:pic>
        <p:nvPicPr>
          <p:cNvPr id="8196" name="Picture 4" descr="Resume for Job - Template &amp; Writing Guide (Free Download)">
            <a:extLst>
              <a:ext uri="{FF2B5EF4-FFF2-40B4-BE49-F238E27FC236}">
                <a16:creationId xmlns:a16="http://schemas.microsoft.com/office/drawing/2014/main" id="{C93B650C-C31D-40C2-8989-17A4287438E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098" t="61631" r="59598" b="17597"/>
          <a:stretch/>
        </p:blipFill>
        <p:spPr bwMode="auto">
          <a:xfrm>
            <a:off x="9715500" y="2447925"/>
            <a:ext cx="2277578" cy="19063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95248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AF03B-2DDB-3F6E-AC50-A64CF05E0E61}"/>
              </a:ext>
            </a:extLst>
          </p:cNvPr>
          <p:cNvSpPr>
            <a:spLocks noGrp="1"/>
          </p:cNvSpPr>
          <p:nvPr>
            <p:ph type="title"/>
          </p:nvPr>
        </p:nvSpPr>
        <p:spPr>
          <a:xfrm>
            <a:off x="423064" y="-316215"/>
            <a:ext cx="10018713" cy="1885957"/>
          </a:xfrm>
        </p:spPr>
        <p:txBody>
          <a:bodyPr>
            <a:normAutofit/>
          </a:bodyPr>
          <a:lstStyle/>
          <a:p>
            <a:r>
              <a:rPr lang="en-US" b="1" dirty="0">
                <a:ea typeface="Dm sans semi bold"/>
              </a:rPr>
              <a:t>Importance of Work Experience </a:t>
            </a:r>
          </a:p>
        </p:txBody>
      </p:sp>
      <p:sp>
        <p:nvSpPr>
          <p:cNvPr id="3" name="Content Placeholder 2">
            <a:extLst>
              <a:ext uri="{FF2B5EF4-FFF2-40B4-BE49-F238E27FC236}">
                <a16:creationId xmlns:a16="http://schemas.microsoft.com/office/drawing/2014/main" id="{5E008FFD-C8A5-CF19-819C-C87C9365107F}"/>
              </a:ext>
            </a:extLst>
          </p:cNvPr>
          <p:cNvSpPr>
            <a:spLocks noGrp="1"/>
          </p:cNvSpPr>
          <p:nvPr>
            <p:ph idx="1"/>
          </p:nvPr>
        </p:nvSpPr>
        <p:spPr>
          <a:xfrm>
            <a:off x="1474842" y="771525"/>
            <a:ext cx="6173733" cy="5495925"/>
          </a:xfrm>
        </p:spPr>
        <p:txBody>
          <a:bodyPr>
            <a:noAutofit/>
          </a:bodyPr>
          <a:lstStyle/>
          <a:p>
            <a:pPr marL="0" indent="0" algn="just">
              <a:buNone/>
            </a:pPr>
            <a:r>
              <a:rPr lang="en-US" sz="2000" dirty="0">
                <a:latin typeface="Arial" panose="020B0604020202020204" pitchFamily="34" charset="0"/>
                <a:cs typeface="Arial" panose="020B0604020202020204" pitchFamily="34" charset="0"/>
              </a:rPr>
              <a:t>This section of the résumé must provide a clear overview of the applicant's work experience, which is vital for hiring decisions. Prioritize relevant experience before education. List work experience in reverse chronological order, starting with the most recent position. Include the job title, employer's name, location (town, state), dates of employment, and key responsibilities or accomplishments. Highlight capabilities and positive traits such as motivation, eagerness to learn, confidence, and strong communication skills to effectively showcase qualifications</a:t>
            </a:r>
            <a:r>
              <a:rPr lang="en-US" dirty="0">
                <a:latin typeface="Arial" panose="020B0604020202020204" pitchFamily="34" charset="0"/>
                <a:cs typeface="Arial" panose="020B0604020202020204" pitchFamily="34" charset="0"/>
              </a:rPr>
              <a:t>.</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D5B2D5AE-A17A-EFE9-0165-9701525452AB}"/>
                  </a:ext>
                </a:extLst>
              </p14:cNvPr>
              <p14:cNvContentPartPr/>
              <p14:nvPr/>
            </p14:nvContentPartPr>
            <p14:xfrm>
              <a:off x="1538932" y="2383742"/>
              <a:ext cx="360" cy="360"/>
            </p14:xfrm>
          </p:contentPart>
        </mc:Choice>
        <mc:Fallback xmlns="">
          <p:pic>
            <p:nvPicPr>
              <p:cNvPr id="4" name="Ink 3">
                <a:extLst>
                  <a:ext uri="{FF2B5EF4-FFF2-40B4-BE49-F238E27FC236}">
                    <a16:creationId xmlns:a16="http://schemas.microsoft.com/office/drawing/2014/main" id="{D5B2D5AE-A17A-EFE9-0165-9701525452AB}"/>
                  </a:ext>
                </a:extLst>
              </p:cNvPr>
              <p:cNvPicPr/>
              <p:nvPr/>
            </p:nvPicPr>
            <p:blipFill>
              <a:blip r:embed="rId3"/>
              <a:stretch>
                <a:fillRect/>
              </a:stretch>
            </p:blipFill>
            <p:spPr>
              <a:xfrm>
                <a:off x="1532812" y="2377622"/>
                <a:ext cx="12600" cy="12600"/>
              </a:xfrm>
              <a:prstGeom prst="rect">
                <a:avLst/>
              </a:prstGeom>
            </p:spPr>
          </p:pic>
        </mc:Fallback>
      </mc:AlternateContent>
      <p:pic>
        <p:nvPicPr>
          <p:cNvPr id="2050" name="Picture 2" descr="Resume for Job - Template &amp; Writing Guide (Free Download)">
            <a:extLst>
              <a:ext uri="{FF2B5EF4-FFF2-40B4-BE49-F238E27FC236}">
                <a16:creationId xmlns:a16="http://schemas.microsoft.com/office/drawing/2014/main" id="{F937638A-6DF6-4311-8BD7-000BFEDA685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2380" t="22889" b="20849"/>
          <a:stretch/>
        </p:blipFill>
        <p:spPr bwMode="auto">
          <a:xfrm>
            <a:off x="7924800" y="1027623"/>
            <a:ext cx="3714750" cy="51358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24781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48847-B9D5-BB6E-B374-ED5F297B0C5F}"/>
              </a:ext>
            </a:extLst>
          </p:cNvPr>
          <p:cNvSpPr>
            <a:spLocks noGrp="1"/>
          </p:cNvSpPr>
          <p:nvPr>
            <p:ph type="title"/>
          </p:nvPr>
        </p:nvSpPr>
        <p:spPr>
          <a:xfrm>
            <a:off x="1252109" y="93784"/>
            <a:ext cx="5740832" cy="1699846"/>
          </a:xfrm>
        </p:spPr>
        <p:txBody>
          <a:bodyPr>
            <a:normAutofit/>
          </a:bodyPr>
          <a:lstStyle/>
          <a:p>
            <a:r>
              <a:rPr lang="en-US" sz="3200" b="1" dirty="0"/>
              <a:t>Essential Components to Incorporate in the Education Section.</a:t>
            </a:r>
          </a:p>
        </p:txBody>
      </p:sp>
      <p:sp>
        <p:nvSpPr>
          <p:cNvPr id="8" name="Content Placeholder 7">
            <a:extLst>
              <a:ext uri="{FF2B5EF4-FFF2-40B4-BE49-F238E27FC236}">
                <a16:creationId xmlns:a16="http://schemas.microsoft.com/office/drawing/2014/main" id="{F3348DAB-5C0E-DFDB-260E-9220791CFDC0}"/>
              </a:ext>
            </a:extLst>
          </p:cNvPr>
          <p:cNvSpPr>
            <a:spLocks noGrp="1"/>
          </p:cNvSpPr>
          <p:nvPr>
            <p:ph idx="1"/>
          </p:nvPr>
        </p:nvSpPr>
        <p:spPr>
          <a:xfrm>
            <a:off x="1546315" y="1957753"/>
            <a:ext cx="6505485" cy="4466493"/>
          </a:xfrm>
        </p:spPr>
        <p:txBody>
          <a:bodyPr>
            <a:noAutofit/>
          </a:bodyPr>
          <a:lstStyle/>
          <a:p>
            <a:pPr marL="0" indent="0" algn="just">
              <a:buNone/>
            </a:pPr>
            <a:r>
              <a:rPr lang="en-US" sz="2000" b="1" dirty="0">
                <a:latin typeface="Arial" panose="020B0604020202020204" pitchFamily="34" charset="0"/>
                <a:cs typeface="Arial" panose="020B0604020202020204" pitchFamily="34" charset="0"/>
              </a:rPr>
              <a:t>Degree and Major</a:t>
            </a:r>
          </a:p>
          <a:p>
            <a:pPr algn="just"/>
            <a:r>
              <a:rPr lang="en-US" sz="2000" dirty="0">
                <a:latin typeface="Arial" panose="020B0604020202020204" pitchFamily="34" charset="0"/>
                <a:cs typeface="Arial" panose="020B0604020202020204" pitchFamily="34" charset="0"/>
              </a:rPr>
              <a:t>State your highest degree earned, your major, and your minor, if applicable. You can also include your expected graduation date if you are still in school.</a:t>
            </a:r>
          </a:p>
          <a:p>
            <a:pPr marL="0" indent="0" algn="just">
              <a:buNone/>
            </a:pPr>
            <a:r>
              <a:rPr lang="en-US" sz="2000" b="1" dirty="0">
                <a:latin typeface="Arial" panose="020B0604020202020204" pitchFamily="34" charset="0"/>
                <a:cs typeface="Arial" panose="020B0604020202020204" pitchFamily="34" charset="0"/>
              </a:rPr>
              <a:t>University or College</a:t>
            </a:r>
          </a:p>
          <a:p>
            <a:pPr algn="just"/>
            <a:r>
              <a:rPr lang="en-US" sz="2000" dirty="0">
                <a:latin typeface="Arial" panose="020B0604020202020204" pitchFamily="34" charset="0"/>
                <a:cs typeface="Arial" panose="020B0604020202020204" pitchFamily="34" charset="0"/>
              </a:rPr>
              <a:t>Include the name of the institution, including its location. You can also add the school's reputation or accolades, especially if they are relevant to the job.</a:t>
            </a:r>
          </a:p>
          <a:p>
            <a:pPr marL="0" indent="0" algn="just">
              <a:buNone/>
            </a:pPr>
            <a:r>
              <a:rPr lang="en-US" sz="2000" b="1" dirty="0">
                <a:latin typeface="Arial" panose="020B0604020202020204" pitchFamily="34" charset="0"/>
                <a:cs typeface="Arial" panose="020B0604020202020204" pitchFamily="34" charset="0"/>
              </a:rPr>
              <a:t>GPA (Optional)</a:t>
            </a:r>
          </a:p>
          <a:p>
            <a:pPr algn="just"/>
            <a:r>
              <a:rPr lang="en-US" sz="2000" dirty="0">
                <a:latin typeface="Arial" panose="020B0604020202020204" pitchFamily="34" charset="0"/>
                <a:cs typeface="Arial" panose="020B0604020202020204" pitchFamily="34" charset="0"/>
              </a:rPr>
              <a:t>Only list your GPA if it is above a 3.0 or if the job description specifically asks for it. If it's below, you can omit it to avoid raising any red flags.</a:t>
            </a:r>
          </a:p>
          <a:p>
            <a:endParaRPr lang="en-US" sz="2000" dirty="0"/>
          </a:p>
        </p:txBody>
      </p:sp>
      <p:pic>
        <p:nvPicPr>
          <p:cNvPr id="4098" name="Picture 2" descr="Resume for Job - Template &amp; Writing Guide (Free Download)">
            <a:extLst>
              <a:ext uri="{FF2B5EF4-FFF2-40B4-BE49-F238E27FC236}">
                <a16:creationId xmlns:a16="http://schemas.microsoft.com/office/drawing/2014/main" id="{FEDA802E-C583-47F1-AB45-B18959D36F4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0052" t="76296"/>
          <a:stretch/>
        </p:blipFill>
        <p:spPr bwMode="auto">
          <a:xfrm>
            <a:off x="8382000" y="2120900"/>
            <a:ext cx="3429000" cy="2120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45154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6A35C-2CB6-8777-4451-C226E5AD0B42}"/>
              </a:ext>
            </a:extLst>
          </p:cNvPr>
          <p:cNvSpPr>
            <a:spLocks noGrp="1"/>
          </p:cNvSpPr>
          <p:nvPr>
            <p:ph type="title"/>
          </p:nvPr>
        </p:nvSpPr>
        <p:spPr>
          <a:xfrm>
            <a:off x="1789111" y="386861"/>
            <a:ext cx="9840181" cy="762001"/>
          </a:xfrm>
        </p:spPr>
        <p:txBody>
          <a:bodyPr>
            <a:normAutofit fontScale="90000"/>
          </a:bodyPr>
          <a:lstStyle/>
          <a:p>
            <a:r>
              <a:rPr lang="en-US" b="1" dirty="0"/>
              <a:t>Enhanced Components for Your</a:t>
            </a:r>
            <a:r>
              <a:rPr lang="en-US" b="1" dirty="0">
                <a:cs typeface="Arial" panose="020B0604020202020204" pitchFamily="34" charset="0"/>
              </a:rPr>
              <a:t> Résumé</a:t>
            </a:r>
            <a:br>
              <a:rPr lang="en-US" b="1" dirty="0"/>
            </a:br>
            <a:endParaRPr lang="en-US" dirty="0"/>
          </a:p>
        </p:txBody>
      </p:sp>
      <p:sp>
        <p:nvSpPr>
          <p:cNvPr id="3" name="Content Placeholder 2">
            <a:extLst>
              <a:ext uri="{FF2B5EF4-FFF2-40B4-BE49-F238E27FC236}">
                <a16:creationId xmlns:a16="http://schemas.microsoft.com/office/drawing/2014/main" id="{474FBABA-C3EB-42CF-28F8-3AC36CD66379}"/>
              </a:ext>
            </a:extLst>
          </p:cNvPr>
          <p:cNvSpPr>
            <a:spLocks noGrp="1"/>
          </p:cNvSpPr>
          <p:nvPr>
            <p:ph idx="1"/>
          </p:nvPr>
        </p:nvSpPr>
        <p:spPr/>
        <p:txBody>
          <a:bodyPr/>
          <a:lstStyle/>
          <a:p>
            <a:pPr marL="0" indent="0">
              <a:buNone/>
            </a:pPr>
            <a:r>
              <a:rPr lang="en-US" dirty="0"/>
              <a:t> </a:t>
            </a:r>
          </a:p>
        </p:txBody>
      </p:sp>
      <p:sp>
        <p:nvSpPr>
          <p:cNvPr id="4" name="Rectangle: Rounded Corners 3">
            <a:extLst>
              <a:ext uri="{FF2B5EF4-FFF2-40B4-BE49-F238E27FC236}">
                <a16:creationId xmlns:a16="http://schemas.microsoft.com/office/drawing/2014/main" id="{98B4D8BF-C623-6E5F-10B7-C46055138CED}"/>
              </a:ext>
            </a:extLst>
          </p:cNvPr>
          <p:cNvSpPr/>
          <p:nvPr/>
        </p:nvSpPr>
        <p:spPr>
          <a:xfrm>
            <a:off x="1789111" y="1406770"/>
            <a:ext cx="4013812" cy="2174631"/>
          </a:xfrm>
          <a:prstGeom prst="roundRect">
            <a:avLst/>
          </a:prstGeom>
          <a:solidFill>
            <a:schemeClr val="bg1">
              <a:lumMod val="6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endParaRPr lang="en-US" dirty="0"/>
          </a:p>
        </p:txBody>
      </p:sp>
      <p:sp>
        <p:nvSpPr>
          <p:cNvPr id="5" name="Rectangle: Rounded Corners 4">
            <a:extLst>
              <a:ext uri="{FF2B5EF4-FFF2-40B4-BE49-F238E27FC236}">
                <a16:creationId xmlns:a16="http://schemas.microsoft.com/office/drawing/2014/main" id="{541DD886-638E-99EB-70A6-5CA19F088552}"/>
              </a:ext>
            </a:extLst>
          </p:cNvPr>
          <p:cNvSpPr/>
          <p:nvPr/>
        </p:nvSpPr>
        <p:spPr>
          <a:xfrm>
            <a:off x="6709201" y="1462091"/>
            <a:ext cx="4013812" cy="2116379"/>
          </a:xfrm>
          <a:prstGeom prst="round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endParaRPr lang="en-US" dirty="0"/>
          </a:p>
        </p:txBody>
      </p:sp>
      <p:sp>
        <p:nvSpPr>
          <p:cNvPr id="6" name="Rectangle: Rounded Corners 5">
            <a:extLst>
              <a:ext uri="{FF2B5EF4-FFF2-40B4-BE49-F238E27FC236}">
                <a16:creationId xmlns:a16="http://schemas.microsoft.com/office/drawing/2014/main" id="{FD567970-CA7F-66E0-E344-C334F3D71422}"/>
              </a:ext>
            </a:extLst>
          </p:cNvPr>
          <p:cNvSpPr/>
          <p:nvPr/>
        </p:nvSpPr>
        <p:spPr>
          <a:xfrm>
            <a:off x="1789111" y="4009292"/>
            <a:ext cx="4013812" cy="2177561"/>
          </a:xfrm>
          <a:prstGeom prst="round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B8157252-3684-A2A9-2DFF-8F67C0BD40E4}"/>
              </a:ext>
            </a:extLst>
          </p:cNvPr>
          <p:cNvSpPr/>
          <p:nvPr/>
        </p:nvSpPr>
        <p:spPr>
          <a:xfrm>
            <a:off x="6646067" y="4009292"/>
            <a:ext cx="4076946" cy="2174631"/>
          </a:xfrm>
          <a:prstGeom prst="round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endParaRPr lang="en-US" dirty="0"/>
          </a:p>
        </p:txBody>
      </p:sp>
      <p:sp>
        <p:nvSpPr>
          <p:cNvPr id="9" name="TextBox 8">
            <a:extLst>
              <a:ext uri="{FF2B5EF4-FFF2-40B4-BE49-F238E27FC236}">
                <a16:creationId xmlns:a16="http://schemas.microsoft.com/office/drawing/2014/main" id="{07A48178-D6F1-3D34-5BB7-567476370578}"/>
              </a:ext>
            </a:extLst>
          </p:cNvPr>
          <p:cNvSpPr txBox="1"/>
          <p:nvPr/>
        </p:nvSpPr>
        <p:spPr>
          <a:xfrm>
            <a:off x="1990725" y="1576753"/>
            <a:ext cx="3759628" cy="1754326"/>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Certifications:</a:t>
            </a:r>
            <a:r>
              <a:rPr lang="en-US" dirty="0">
                <a:latin typeface="Arial" panose="020B0604020202020204" pitchFamily="34" charset="0"/>
                <a:cs typeface="Arial" panose="020B0604020202020204" pitchFamily="34" charset="0"/>
              </a:rPr>
              <a:t> Include industry-specific certifications.</a:t>
            </a:r>
          </a:p>
          <a:p>
            <a:r>
              <a:rPr lang="en-US" b="1" dirty="0">
                <a:latin typeface="Arial" panose="020B0604020202020204" pitchFamily="34" charset="0"/>
                <a:cs typeface="Arial" panose="020B0604020202020204" pitchFamily="34" charset="0"/>
              </a:rPr>
              <a:t>Example: </a:t>
            </a:r>
            <a:r>
              <a:rPr lang="en-US" dirty="0">
                <a:latin typeface="Arial" panose="020B0604020202020204" pitchFamily="34" charset="0"/>
                <a:cs typeface="Arial" panose="020B0604020202020204" pitchFamily="34" charset="0"/>
              </a:rPr>
              <a:t>Google Analytics Certification, AWS Solutions Architect.</a:t>
            </a:r>
          </a:p>
          <a:p>
            <a:endParaRPr lang="en-US" dirty="0"/>
          </a:p>
        </p:txBody>
      </p:sp>
      <p:sp>
        <p:nvSpPr>
          <p:cNvPr id="13" name="TextBox 12">
            <a:extLst>
              <a:ext uri="{FF2B5EF4-FFF2-40B4-BE49-F238E27FC236}">
                <a16:creationId xmlns:a16="http://schemas.microsoft.com/office/drawing/2014/main" id="{B2A219BF-9589-979C-3D47-E1B2EFA085D5}"/>
              </a:ext>
            </a:extLst>
          </p:cNvPr>
          <p:cNvSpPr txBox="1"/>
          <p:nvPr/>
        </p:nvSpPr>
        <p:spPr>
          <a:xfrm>
            <a:off x="7034695" y="1597248"/>
            <a:ext cx="3509480" cy="2031325"/>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Volunteer Work:</a:t>
            </a:r>
            <a:r>
              <a:rPr lang="en-US" dirty="0">
                <a:latin typeface="Arial" panose="020B0604020202020204" pitchFamily="34" charset="0"/>
                <a:cs typeface="Arial" panose="020B0604020202020204" pitchFamily="34" charset="0"/>
              </a:rPr>
              <a:t> Demonstrates initiative and leadership.</a:t>
            </a:r>
          </a:p>
          <a:p>
            <a:r>
              <a:rPr lang="en-US" b="1" dirty="0">
                <a:latin typeface="Arial" panose="020B0604020202020204" pitchFamily="34" charset="0"/>
                <a:cs typeface="Arial" panose="020B0604020202020204" pitchFamily="34" charset="0"/>
              </a:rPr>
              <a:t>Example:</a:t>
            </a:r>
            <a:r>
              <a:rPr lang="en-US" dirty="0">
                <a:latin typeface="Arial" panose="020B0604020202020204" pitchFamily="34" charset="0"/>
                <a:cs typeface="Arial" panose="020B0604020202020204" pitchFamily="34" charset="0"/>
              </a:rPr>
              <a:t> "Organized community outreach programs, increasing local engagement by 25%."</a:t>
            </a:r>
          </a:p>
          <a:p>
            <a:endParaRPr lang="en-US" dirty="0"/>
          </a:p>
        </p:txBody>
      </p:sp>
      <p:sp>
        <p:nvSpPr>
          <p:cNvPr id="14" name="TextBox 13">
            <a:extLst>
              <a:ext uri="{FF2B5EF4-FFF2-40B4-BE49-F238E27FC236}">
                <a16:creationId xmlns:a16="http://schemas.microsoft.com/office/drawing/2014/main" id="{3880F998-BFD4-12C2-C17F-95AAF5A933DB}"/>
              </a:ext>
            </a:extLst>
          </p:cNvPr>
          <p:cNvSpPr txBox="1"/>
          <p:nvPr/>
        </p:nvSpPr>
        <p:spPr>
          <a:xfrm>
            <a:off x="1990726" y="4219444"/>
            <a:ext cx="3519120" cy="1754326"/>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Languages:</a:t>
            </a:r>
            <a:r>
              <a:rPr lang="en-US" dirty="0">
                <a:latin typeface="Arial" panose="020B0604020202020204" pitchFamily="34" charset="0"/>
                <a:cs typeface="Arial" panose="020B0604020202020204" pitchFamily="34" charset="0"/>
              </a:rPr>
              <a:t> Indicate fluency levels (e.g., Fluent, Intermediate).</a:t>
            </a:r>
          </a:p>
          <a:p>
            <a:r>
              <a:rPr lang="en-US" b="1" dirty="0">
                <a:latin typeface="Arial" panose="020B0604020202020204" pitchFamily="34" charset="0"/>
                <a:cs typeface="Arial" panose="020B0604020202020204" pitchFamily="34" charset="0"/>
              </a:rPr>
              <a:t>Example:</a:t>
            </a:r>
            <a:r>
              <a:rPr lang="en-US" dirty="0">
                <a:latin typeface="Arial" panose="020B0604020202020204" pitchFamily="34" charset="0"/>
                <a:cs typeface="Arial" panose="020B0604020202020204" pitchFamily="34" charset="0"/>
              </a:rPr>
              <a:t> "Fluent in Spanish, Intermediate in French</a:t>
            </a:r>
            <a:r>
              <a:rPr lang="en-US" dirty="0"/>
              <a:t>."</a:t>
            </a:r>
          </a:p>
          <a:p>
            <a:endParaRPr lang="en-US" dirty="0"/>
          </a:p>
        </p:txBody>
      </p:sp>
      <p:sp>
        <p:nvSpPr>
          <p:cNvPr id="16" name="TextBox 15">
            <a:extLst>
              <a:ext uri="{FF2B5EF4-FFF2-40B4-BE49-F238E27FC236}">
                <a16:creationId xmlns:a16="http://schemas.microsoft.com/office/drawing/2014/main" id="{90380A17-7994-A089-954A-AE9F80E2BEB9}"/>
              </a:ext>
            </a:extLst>
          </p:cNvPr>
          <p:cNvSpPr txBox="1"/>
          <p:nvPr/>
        </p:nvSpPr>
        <p:spPr>
          <a:xfrm>
            <a:off x="7034696" y="4219444"/>
            <a:ext cx="3427538" cy="1754326"/>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Projects:</a:t>
            </a:r>
            <a:r>
              <a:rPr lang="en-US" dirty="0">
                <a:latin typeface="Arial" panose="020B0604020202020204" pitchFamily="34" charset="0"/>
                <a:cs typeface="Arial" panose="020B0604020202020204" pitchFamily="34" charset="0"/>
              </a:rPr>
              <a:t> Highlight relevant projects showcasing skills.</a:t>
            </a:r>
          </a:p>
          <a:p>
            <a:r>
              <a:rPr lang="en-US" b="1" dirty="0">
                <a:latin typeface="Arial" panose="020B0604020202020204" pitchFamily="34" charset="0"/>
                <a:cs typeface="Arial" panose="020B0604020202020204" pitchFamily="34" charset="0"/>
              </a:rPr>
              <a:t>Example:</a:t>
            </a:r>
            <a:r>
              <a:rPr lang="en-US" dirty="0">
                <a:latin typeface="Arial" panose="020B0604020202020204" pitchFamily="34" charset="0"/>
                <a:cs typeface="Arial" panose="020B0604020202020204" pitchFamily="34" charset="0"/>
              </a:rPr>
              <a:t> "Developed an e-commerce website that increased client sales by 40%."</a:t>
            </a:r>
          </a:p>
          <a:p>
            <a:endParaRPr lang="en-US" dirty="0"/>
          </a:p>
        </p:txBody>
      </p:sp>
    </p:spTree>
    <p:extLst>
      <p:ext uri="{BB962C8B-B14F-4D97-AF65-F5344CB8AC3E}">
        <p14:creationId xmlns:p14="http://schemas.microsoft.com/office/powerpoint/2010/main" val="2877099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5C836-D951-BBCC-2AFC-4BC980AC2ED9}"/>
              </a:ext>
            </a:extLst>
          </p:cNvPr>
          <p:cNvSpPr>
            <a:spLocks noGrp="1"/>
          </p:cNvSpPr>
          <p:nvPr>
            <p:ph type="title"/>
          </p:nvPr>
        </p:nvSpPr>
        <p:spPr>
          <a:xfrm>
            <a:off x="710587" y="407377"/>
            <a:ext cx="10018713" cy="1318846"/>
          </a:xfrm>
        </p:spPr>
        <p:txBody>
          <a:bodyPr>
            <a:normAutofit/>
          </a:bodyPr>
          <a:lstStyle/>
          <a:p>
            <a:r>
              <a:rPr lang="en-US" sz="3600" b="1" dirty="0"/>
              <a:t>What to Include in the Reference Part?</a:t>
            </a:r>
            <a:br>
              <a:rPr lang="en-US" sz="1400" b="1" dirty="0"/>
            </a:br>
            <a:endParaRPr lang="en-US" sz="3200" dirty="0"/>
          </a:p>
        </p:txBody>
      </p:sp>
      <p:sp>
        <p:nvSpPr>
          <p:cNvPr id="3" name="Content Placeholder 2">
            <a:extLst>
              <a:ext uri="{FF2B5EF4-FFF2-40B4-BE49-F238E27FC236}">
                <a16:creationId xmlns:a16="http://schemas.microsoft.com/office/drawing/2014/main" id="{F0C31D0A-6854-C5D5-888F-8147CD38DB92}"/>
              </a:ext>
            </a:extLst>
          </p:cNvPr>
          <p:cNvSpPr>
            <a:spLocks noGrp="1"/>
          </p:cNvSpPr>
          <p:nvPr>
            <p:ph idx="1"/>
          </p:nvPr>
        </p:nvSpPr>
        <p:spPr/>
        <p:txBody>
          <a:bodyPr/>
          <a:lstStyle/>
          <a:p>
            <a:pPr marL="0" indent="0">
              <a:buNone/>
            </a:pPr>
            <a:r>
              <a:rPr lang="en-US" dirty="0"/>
              <a:t> </a:t>
            </a:r>
          </a:p>
        </p:txBody>
      </p:sp>
      <p:sp>
        <p:nvSpPr>
          <p:cNvPr id="4" name="Rectangle 3">
            <a:extLst>
              <a:ext uri="{FF2B5EF4-FFF2-40B4-BE49-F238E27FC236}">
                <a16:creationId xmlns:a16="http://schemas.microsoft.com/office/drawing/2014/main" id="{F4A0F974-90CA-E20D-FB04-C980F8E2D28E}"/>
              </a:ext>
            </a:extLst>
          </p:cNvPr>
          <p:cNvSpPr/>
          <p:nvPr/>
        </p:nvSpPr>
        <p:spPr>
          <a:xfrm>
            <a:off x="1816405" y="1364382"/>
            <a:ext cx="3528646" cy="1987063"/>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5" name="Rectangle 4">
            <a:extLst>
              <a:ext uri="{FF2B5EF4-FFF2-40B4-BE49-F238E27FC236}">
                <a16:creationId xmlns:a16="http://schemas.microsoft.com/office/drawing/2014/main" id="{EF290C7A-B9EA-42A6-8917-C2885651EE4C}"/>
              </a:ext>
            </a:extLst>
          </p:cNvPr>
          <p:cNvSpPr/>
          <p:nvPr/>
        </p:nvSpPr>
        <p:spPr>
          <a:xfrm>
            <a:off x="5677146" y="1364382"/>
            <a:ext cx="3689594" cy="1987063"/>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84B2BE65-9E60-F2A3-4C5C-610F674CA9D6}"/>
              </a:ext>
            </a:extLst>
          </p:cNvPr>
          <p:cNvSpPr/>
          <p:nvPr/>
        </p:nvSpPr>
        <p:spPr>
          <a:xfrm>
            <a:off x="1883232" y="3557732"/>
            <a:ext cx="7549662" cy="1131500"/>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C238A309-375B-6C84-83C9-813FEB707B73}"/>
              </a:ext>
            </a:extLst>
          </p:cNvPr>
          <p:cNvSpPr/>
          <p:nvPr/>
        </p:nvSpPr>
        <p:spPr>
          <a:xfrm>
            <a:off x="1854503" y="1601387"/>
            <a:ext cx="539261" cy="483578"/>
          </a:xfrm>
          <a:prstGeom prst="roundRect">
            <a:avLst/>
          </a:prstGeom>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32F2898D-EC25-1579-42C2-33391823D0A6}"/>
              </a:ext>
            </a:extLst>
          </p:cNvPr>
          <p:cNvSpPr/>
          <p:nvPr/>
        </p:nvSpPr>
        <p:spPr>
          <a:xfrm>
            <a:off x="5751027" y="1556551"/>
            <a:ext cx="539261" cy="483578"/>
          </a:xfrm>
          <a:prstGeom prst="roundRect">
            <a:avLst/>
          </a:prstGeom>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17E764B9-BFB4-49D6-409D-8FB1D18CFEB6}"/>
              </a:ext>
            </a:extLst>
          </p:cNvPr>
          <p:cNvSpPr/>
          <p:nvPr/>
        </p:nvSpPr>
        <p:spPr>
          <a:xfrm>
            <a:off x="1927529" y="3758600"/>
            <a:ext cx="539261" cy="483578"/>
          </a:xfrm>
          <a:prstGeom prst="roundRect">
            <a:avLst/>
          </a:prstGeom>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1D6639A1-B6C0-4D6C-1654-9B2C31A18A31}"/>
              </a:ext>
            </a:extLst>
          </p:cNvPr>
          <p:cNvSpPr txBox="1"/>
          <p:nvPr/>
        </p:nvSpPr>
        <p:spPr>
          <a:xfrm>
            <a:off x="2414952" y="1574731"/>
            <a:ext cx="2872154" cy="1480259"/>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Contact Information</a:t>
            </a:r>
          </a:p>
          <a:p>
            <a:pPr algn="just"/>
            <a:r>
              <a:rPr lang="en-US" dirty="0">
                <a:latin typeface="Arial" panose="020B0604020202020204" pitchFamily="34" charset="0"/>
                <a:cs typeface="Arial" panose="020B0604020202020204" pitchFamily="34" charset="0"/>
              </a:rPr>
              <a:t>Provide the full name, job title, company, email address, and phone number of each reference</a:t>
            </a:r>
          </a:p>
        </p:txBody>
      </p:sp>
      <p:sp>
        <p:nvSpPr>
          <p:cNvPr id="14" name="TextBox 13">
            <a:extLst>
              <a:ext uri="{FF2B5EF4-FFF2-40B4-BE49-F238E27FC236}">
                <a16:creationId xmlns:a16="http://schemas.microsoft.com/office/drawing/2014/main" id="{9D6BED0C-DDEA-60AC-0A08-074C8682BAB6}"/>
              </a:ext>
            </a:extLst>
          </p:cNvPr>
          <p:cNvSpPr txBox="1"/>
          <p:nvPr/>
        </p:nvSpPr>
        <p:spPr>
          <a:xfrm>
            <a:off x="6322099" y="1538543"/>
            <a:ext cx="3012830" cy="1754326"/>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Relationship to You</a:t>
            </a:r>
          </a:p>
          <a:p>
            <a:pPr algn="just"/>
            <a:r>
              <a:rPr lang="en-US" dirty="0">
                <a:latin typeface="Arial" panose="020B0604020202020204" pitchFamily="34" charset="0"/>
                <a:cs typeface="Arial" panose="020B0604020202020204" pitchFamily="34" charset="0"/>
              </a:rPr>
              <a:t>Briefly describe the nature of your relationship with each reference, such as supervisor, colleague, or professor.</a:t>
            </a:r>
          </a:p>
        </p:txBody>
      </p:sp>
      <p:sp>
        <p:nvSpPr>
          <p:cNvPr id="15" name="TextBox 14">
            <a:extLst>
              <a:ext uri="{FF2B5EF4-FFF2-40B4-BE49-F238E27FC236}">
                <a16:creationId xmlns:a16="http://schemas.microsoft.com/office/drawing/2014/main" id="{25D23994-E501-7C8F-4BC7-0010ED82CDA6}"/>
              </a:ext>
            </a:extLst>
          </p:cNvPr>
          <p:cNvSpPr txBox="1"/>
          <p:nvPr/>
        </p:nvSpPr>
        <p:spPr>
          <a:xfrm>
            <a:off x="2466790" y="3647992"/>
            <a:ext cx="6899950" cy="923330"/>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Date of Employment</a:t>
            </a:r>
          </a:p>
          <a:p>
            <a:pPr algn="just"/>
            <a:r>
              <a:rPr lang="en-US" dirty="0">
                <a:latin typeface="Arial" panose="020B0604020202020204" pitchFamily="34" charset="0"/>
                <a:cs typeface="Arial" panose="020B0604020202020204" pitchFamily="34" charset="0"/>
              </a:rPr>
              <a:t>Include the dates of your employment or engagement with each reference, if applicable.</a:t>
            </a:r>
          </a:p>
        </p:txBody>
      </p:sp>
      <p:sp>
        <p:nvSpPr>
          <p:cNvPr id="8" name="Rectangle 7">
            <a:extLst>
              <a:ext uri="{FF2B5EF4-FFF2-40B4-BE49-F238E27FC236}">
                <a16:creationId xmlns:a16="http://schemas.microsoft.com/office/drawing/2014/main" id="{F63D29AC-B273-DCF6-DBF3-FC850C653BB1}"/>
              </a:ext>
            </a:extLst>
          </p:cNvPr>
          <p:cNvSpPr/>
          <p:nvPr/>
        </p:nvSpPr>
        <p:spPr>
          <a:xfrm>
            <a:off x="1902315" y="4893392"/>
            <a:ext cx="7549662" cy="1130574"/>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1" name="TextBox 10">
            <a:extLst>
              <a:ext uri="{FF2B5EF4-FFF2-40B4-BE49-F238E27FC236}">
                <a16:creationId xmlns:a16="http://schemas.microsoft.com/office/drawing/2014/main" id="{58816E95-85BC-08E1-BFC4-7BFF7EF44DAE}"/>
              </a:ext>
            </a:extLst>
          </p:cNvPr>
          <p:cNvSpPr txBox="1"/>
          <p:nvPr/>
        </p:nvSpPr>
        <p:spPr>
          <a:xfrm>
            <a:off x="2469515" y="4823637"/>
            <a:ext cx="7432614" cy="1200329"/>
          </a:xfrm>
          <a:prstGeom prst="rect">
            <a:avLst/>
          </a:prstGeom>
          <a:noFill/>
        </p:spPr>
        <p:txBody>
          <a:bodyPr wrap="square" rtlCol="0">
            <a:spAutoFit/>
          </a:bodyPr>
          <a:lstStyle/>
          <a:p>
            <a:r>
              <a:rPr lang="en-US" b="1" dirty="0"/>
              <a:t>John Smith</a:t>
            </a:r>
            <a:br>
              <a:rPr lang="en-US" dirty="0"/>
            </a:br>
            <a:r>
              <a:rPr lang="en-US" dirty="0"/>
              <a:t>Manager, ABC Corporation</a:t>
            </a:r>
            <a:br>
              <a:rPr lang="en-US" dirty="0"/>
            </a:br>
            <a:r>
              <a:rPr lang="en-US" dirty="0"/>
              <a:t>Phone: (123) 456-7890</a:t>
            </a:r>
            <a:br>
              <a:rPr lang="en-US" dirty="0"/>
            </a:br>
            <a:r>
              <a:rPr lang="en-US" dirty="0"/>
              <a:t>Email: john.smith@example.com</a:t>
            </a:r>
          </a:p>
        </p:txBody>
      </p:sp>
      <p:sp>
        <p:nvSpPr>
          <p:cNvPr id="16" name="Rectangle: Rounded Corners 15">
            <a:extLst>
              <a:ext uri="{FF2B5EF4-FFF2-40B4-BE49-F238E27FC236}">
                <a16:creationId xmlns:a16="http://schemas.microsoft.com/office/drawing/2014/main" id="{69E2E40C-A17A-C660-8072-DB33C3B93D41}"/>
              </a:ext>
            </a:extLst>
          </p:cNvPr>
          <p:cNvSpPr/>
          <p:nvPr/>
        </p:nvSpPr>
        <p:spPr>
          <a:xfrm>
            <a:off x="1957048" y="4997298"/>
            <a:ext cx="539261" cy="483578"/>
          </a:xfrm>
          <a:prstGeom prst="roundRect">
            <a:avLst/>
          </a:prstGeom>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723804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1E768-4CAF-642A-3F34-81F2D512D636}"/>
              </a:ext>
            </a:extLst>
          </p:cNvPr>
          <p:cNvSpPr>
            <a:spLocks noGrp="1"/>
          </p:cNvSpPr>
          <p:nvPr>
            <p:ph type="title"/>
          </p:nvPr>
        </p:nvSpPr>
        <p:spPr>
          <a:xfrm>
            <a:off x="89264" y="422031"/>
            <a:ext cx="10018713" cy="1752599"/>
          </a:xfrm>
        </p:spPr>
        <p:txBody>
          <a:bodyPr>
            <a:normAutofit fontScale="90000"/>
          </a:bodyPr>
          <a:lstStyle/>
          <a:p>
            <a:r>
              <a:rPr lang="en-US" b="1" dirty="0"/>
              <a:t>Common </a:t>
            </a:r>
            <a:r>
              <a:rPr lang="en-US" b="1" dirty="0">
                <a:cs typeface="Arial" panose="020B0604020202020204" pitchFamily="34" charset="0"/>
              </a:rPr>
              <a:t>Résumé </a:t>
            </a:r>
            <a:r>
              <a:rPr lang="en-US" b="1" dirty="0"/>
              <a:t>Mistakes to Avoid</a:t>
            </a:r>
            <a:br>
              <a:rPr lang="en-US" b="1" dirty="0"/>
            </a:br>
            <a:br>
              <a:rPr lang="en-US" b="1" dirty="0"/>
            </a:br>
            <a:br>
              <a:rPr lang="en-US" sz="4000" dirty="0"/>
            </a:br>
            <a:endParaRPr lang="en-US" dirty="0"/>
          </a:p>
        </p:txBody>
      </p:sp>
      <p:pic>
        <p:nvPicPr>
          <p:cNvPr id="9" name="Content Placeholder 8">
            <a:extLst>
              <a:ext uri="{FF2B5EF4-FFF2-40B4-BE49-F238E27FC236}">
                <a16:creationId xmlns:a16="http://schemas.microsoft.com/office/drawing/2014/main" id="{0DD6D474-B3F1-4A34-365D-9FCE04FAB600}"/>
              </a:ext>
            </a:extLst>
          </p:cNvPr>
          <p:cNvPicPr>
            <a:picLocks noGrp="1" noChangeAspect="1"/>
          </p:cNvPicPr>
          <p:nvPr>
            <p:ph idx="1"/>
          </p:nvPr>
        </p:nvPicPr>
        <p:blipFill>
          <a:blip r:embed="rId2">
            <a:duotone>
              <a:prstClr val="black"/>
              <a:schemeClr val="tx2">
                <a:tint val="45000"/>
                <a:satMod val="400000"/>
              </a:schemeClr>
            </a:duotone>
            <a:extLst>
              <a:ext uri="{28A0092B-C50C-407E-A947-70E740481C1C}">
                <a14:useLocalDpi xmlns:a14="http://schemas.microsoft.com/office/drawing/2010/main" val="0"/>
              </a:ext>
            </a:extLst>
          </a:blip>
          <a:srcRect r="61837" b="525"/>
          <a:stretch/>
        </p:blipFill>
        <p:spPr>
          <a:xfrm>
            <a:off x="8888658" y="2955850"/>
            <a:ext cx="3303342" cy="3902149"/>
          </a:xfrm>
        </p:spPr>
      </p:pic>
      <p:graphicFrame>
        <p:nvGraphicFramePr>
          <p:cNvPr id="10" name="Diagram 9">
            <a:extLst>
              <a:ext uri="{FF2B5EF4-FFF2-40B4-BE49-F238E27FC236}">
                <a16:creationId xmlns:a16="http://schemas.microsoft.com/office/drawing/2014/main" id="{2C605A04-B000-80A1-4F88-513F6C37D149}"/>
              </a:ext>
            </a:extLst>
          </p:cNvPr>
          <p:cNvGraphicFramePr/>
          <p:nvPr>
            <p:extLst>
              <p:ext uri="{D42A27DB-BD31-4B8C-83A1-F6EECF244321}">
                <p14:modId xmlns:p14="http://schemas.microsoft.com/office/powerpoint/2010/main" val="3069880786"/>
              </p:ext>
            </p:extLst>
          </p:nvPr>
        </p:nvGraphicFramePr>
        <p:xfrm>
          <a:off x="2032000" y="4224864"/>
          <a:ext cx="8128000" cy="19134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 name="Title 1">
            <a:extLst>
              <a:ext uri="{FF2B5EF4-FFF2-40B4-BE49-F238E27FC236}">
                <a16:creationId xmlns:a16="http://schemas.microsoft.com/office/drawing/2014/main" id="{7DD2E7BA-2A71-8AFD-500D-552651144263}"/>
              </a:ext>
            </a:extLst>
          </p:cNvPr>
          <p:cNvSpPr txBox="1">
            <a:spLocks/>
          </p:cNvSpPr>
          <p:nvPr/>
        </p:nvSpPr>
        <p:spPr>
          <a:xfrm>
            <a:off x="141287" y="2472265"/>
            <a:ext cx="10018713" cy="1752599"/>
          </a:xfrm>
          <a:prstGeom prst="rect">
            <a:avLst/>
          </a:prstGeom>
          <a:effectLst/>
        </p:spPr>
        <p:txBody>
          <a:bodyPr vert="horz" lIns="91440" tIns="45720" rIns="91440" bIns="45720" rtlCol="0" anchor="ctr">
            <a:normAutofit fontScale="82500" lnSpcReduction="20000"/>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t> </a:t>
            </a:r>
            <a:br>
              <a:rPr lang="en-US" b="1" dirty="0"/>
            </a:br>
            <a:br>
              <a:rPr lang="en-US" b="1" dirty="0"/>
            </a:br>
            <a:br>
              <a:rPr lang="en-US" dirty="0"/>
            </a:br>
            <a:endParaRPr lang="en-US" dirty="0"/>
          </a:p>
        </p:txBody>
      </p:sp>
      <p:graphicFrame>
        <p:nvGraphicFramePr>
          <p:cNvPr id="14" name="Diagram 13">
            <a:extLst>
              <a:ext uri="{FF2B5EF4-FFF2-40B4-BE49-F238E27FC236}">
                <a16:creationId xmlns:a16="http://schemas.microsoft.com/office/drawing/2014/main" id="{DE335C00-804C-14DE-7EE6-08AF9977A1F5}"/>
              </a:ext>
            </a:extLst>
          </p:cNvPr>
          <p:cNvGraphicFramePr/>
          <p:nvPr>
            <p:extLst>
              <p:ext uri="{D42A27DB-BD31-4B8C-83A1-F6EECF244321}">
                <p14:modId xmlns:p14="http://schemas.microsoft.com/office/powerpoint/2010/main" val="1311057169"/>
              </p:ext>
            </p:extLst>
          </p:nvPr>
        </p:nvGraphicFramePr>
        <p:xfrm>
          <a:off x="1509592" y="1113692"/>
          <a:ext cx="7353054" cy="4129339"/>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15" name="TextBox 14">
            <a:extLst>
              <a:ext uri="{FF2B5EF4-FFF2-40B4-BE49-F238E27FC236}">
                <a16:creationId xmlns:a16="http://schemas.microsoft.com/office/drawing/2014/main" id="{726C94F9-1013-5013-BF84-1B3F7C3347E6}"/>
              </a:ext>
            </a:extLst>
          </p:cNvPr>
          <p:cNvSpPr txBox="1"/>
          <p:nvPr/>
        </p:nvSpPr>
        <p:spPr>
          <a:xfrm>
            <a:off x="2616812" y="1466258"/>
            <a:ext cx="6271846" cy="861774"/>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Typos and Grammatical Errors</a:t>
            </a:r>
          </a:p>
          <a:p>
            <a:r>
              <a:rPr lang="en-US" sz="1600" dirty="0">
                <a:latin typeface="Arial" panose="020B0604020202020204" pitchFamily="34" charset="0"/>
                <a:cs typeface="Arial" panose="020B0604020202020204" pitchFamily="34" charset="0"/>
              </a:rPr>
              <a:t>Proofread carefully for any errors. Run spell check and have a fresh set of eyes review it.</a:t>
            </a:r>
          </a:p>
        </p:txBody>
      </p:sp>
      <p:sp>
        <p:nvSpPr>
          <p:cNvPr id="17" name="TextBox 16">
            <a:extLst>
              <a:ext uri="{FF2B5EF4-FFF2-40B4-BE49-F238E27FC236}">
                <a16:creationId xmlns:a16="http://schemas.microsoft.com/office/drawing/2014/main" id="{DB4AC75F-BF2E-CC8D-B19E-E507C002C7D9}"/>
              </a:ext>
            </a:extLst>
          </p:cNvPr>
          <p:cNvSpPr txBox="1"/>
          <p:nvPr/>
        </p:nvSpPr>
        <p:spPr>
          <a:xfrm>
            <a:off x="2851273" y="2716696"/>
            <a:ext cx="6037385" cy="861774"/>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Generic Objective Statement</a:t>
            </a:r>
          </a:p>
          <a:p>
            <a:r>
              <a:rPr lang="en-US" sz="1600" dirty="0">
                <a:latin typeface="Arial" panose="020B0604020202020204" pitchFamily="34" charset="0"/>
                <a:cs typeface="Arial" panose="020B0604020202020204" pitchFamily="34" charset="0"/>
              </a:rPr>
              <a:t>Instead of a generic objective, use a tailored summary that highlights your skills and experience relevant to the position</a:t>
            </a:r>
            <a:r>
              <a:rPr lang="en-US" sz="1600" dirty="0"/>
              <a:t>.</a:t>
            </a:r>
          </a:p>
        </p:txBody>
      </p:sp>
      <p:sp>
        <p:nvSpPr>
          <p:cNvPr id="18" name="TextBox 17">
            <a:extLst>
              <a:ext uri="{FF2B5EF4-FFF2-40B4-BE49-F238E27FC236}">
                <a16:creationId xmlns:a16="http://schemas.microsoft.com/office/drawing/2014/main" id="{4A49CB11-5A13-03E7-4186-106E00FBEF2E}"/>
              </a:ext>
            </a:extLst>
          </p:cNvPr>
          <p:cNvSpPr txBox="1"/>
          <p:nvPr/>
        </p:nvSpPr>
        <p:spPr>
          <a:xfrm>
            <a:off x="2590800" y="3985710"/>
            <a:ext cx="6271846" cy="861774"/>
          </a:xfrm>
          <a:prstGeom prst="rect">
            <a:avLst/>
          </a:prstGeom>
          <a:noFill/>
        </p:spPr>
        <p:txBody>
          <a:bodyPr wrap="square" rtlCol="0">
            <a:spAutoFit/>
          </a:bodyPr>
          <a:lstStyle/>
          <a:p>
            <a:pPr algn="just"/>
            <a:r>
              <a:rPr lang="en-US" b="1" dirty="0">
                <a:latin typeface="Arial" panose="020B0604020202020204" pitchFamily="34" charset="0"/>
                <a:cs typeface="Arial" panose="020B0604020202020204" pitchFamily="34" charset="0"/>
              </a:rPr>
              <a:t>Unclear and Vague Language</a:t>
            </a:r>
          </a:p>
          <a:p>
            <a:pPr algn="just"/>
            <a:r>
              <a:rPr lang="en-US" sz="1600" dirty="0">
                <a:latin typeface="Arial" panose="020B0604020202020204" pitchFamily="34" charset="0"/>
                <a:cs typeface="Arial" panose="020B0604020202020204" pitchFamily="34" charset="0"/>
              </a:rPr>
              <a:t>Use strong action verbs and quantifiable achievements to demonstrate your impact and results</a:t>
            </a:r>
            <a:r>
              <a:rPr lang="en-US" sz="1600" dirty="0"/>
              <a:t>.</a:t>
            </a:r>
          </a:p>
        </p:txBody>
      </p:sp>
    </p:spTree>
    <p:extLst>
      <p:ext uri="{BB962C8B-B14F-4D97-AF65-F5344CB8AC3E}">
        <p14:creationId xmlns:p14="http://schemas.microsoft.com/office/powerpoint/2010/main" val="39180595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E4496-9AF6-D348-EF8A-138402E8A524}"/>
              </a:ext>
            </a:extLst>
          </p:cNvPr>
          <p:cNvSpPr>
            <a:spLocks noGrp="1"/>
          </p:cNvSpPr>
          <p:nvPr>
            <p:ph type="title"/>
          </p:nvPr>
        </p:nvSpPr>
        <p:spPr>
          <a:xfrm>
            <a:off x="1308465" y="0"/>
            <a:ext cx="10018713" cy="1752599"/>
          </a:xfrm>
        </p:spPr>
        <p:txBody>
          <a:bodyPr/>
          <a:lstStyle/>
          <a:p>
            <a:r>
              <a:rPr lang="en-US" sz="4000" b="1" dirty="0">
                <a:solidFill>
                  <a:srgbClr val="233E32"/>
                </a:solidFill>
                <a:ea typeface="Alice" pitchFamily="34" charset="-122"/>
                <a:cs typeface="Alice" pitchFamily="34" charset="-120"/>
              </a:rPr>
              <a:t>Tailoring Your </a:t>
            </a:r>
            <a:r>
              <a:rPr lang="en-US" b="1" dirty="0">
                <a:cs typeface="Arial" panose="020B0604020202020204" pitchFamily="34" charset="0"/>
              </a:rPr>
              <a:t>Résumé </a:t>
            </a:r>
            <a:r>
              <a:rPr lang="en-US" sz="4000" b="1" dirty="0">
                <a:solidFill>
                  <a:srgbClr val="233E32"/>
                </a:solidFill>
                <a:ea typeface="Alice" pitchFamily="34" charset="-122"/>
                <a:cs typeface="Alice" pitchFamily="34" charset="-120"/>
              </a:rPr>
              <a:t>for the Job</a:t>
            </a:r>
            <a:br>
              <a:rPr lang="en-US" sz="4000" dirty="0"/>
            </a:br>
            <a:endParaRPr lang="en-US" b="1" dirty="0"/>
          </a:p>
        </p:txBody>
      </p:sp>
      <p:graphicFrame>
        <p:nvGraphicFramePr>
          <p:cNvPr id="4" name="Content Placeholder 3">
            <a:extLst>
              <a:ext uri="{FF2B5EF4-FFF2-40B4-BE49-F238E27FC236}">
                <a16:creationId xmlns:a16="http://schemas.microsoft.com/office/drawing/2014/main" id="{35017FE3-939C-8475-6CD6-2734153E7D5F}"/>
              </a:ext>
            </a:extLst>
          </p:cNvPr>
          <p:cNvGraphicFramePr>
            <a:graphicFrameLocks noGrp="1"/>
          </p:cNvGraphicFramePr>
          <p:nvPr>
            <p:ph idx="1"/>
            <p:extLst>
              <p:ext uri="{D42A27DB-BD31-4B8C-83A1-F6EECF244321}">
                <p14:modId xmlns:p14="http://schemas.microsoft.com/office/powerpoint/2010/main" val="953720594"/>
              </p:ext>
            </p:extLst>
          </p:nvPr>
        </p:nvGraphicFramePr>
        <p:xfrm>
          <a:off x="1820678" y="1406769"/>
          <a:ext cx="3059723" cy="2944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Image 3" descr="preencoded.png">
            <a:extLst>
              <a:ext uri="{FF2B5EF4-FFF2-40B4-BE49-F238E27FC236}">
                <a16:creationId xmlns:a16="http://schemas.microsoft.com/office/drawing/2014/main" id="{C1430DF1-ADCB-33C3-CDC2-39BC7A0E61CD}"/>
              </a:ext>
            </a:extLst>
          </p:cNvPr>
          <p:cNvPicPr>
            <a:picLocks noChangeAspect="1"/>
          </p:cNvPicPr>
          <p:nvPr/>
        </p:nvPicPr>
        <p:blipFill>
          <a:blip r:embed="rId7">
            <a:duotone>
              <a:prstClr val="black"/>
              <a:schemeClr val="tx2">
                <a:lumMod val="50000"/>
                <a:lumOff val="50000"/>
                <a:tint val="45000"/>
                <a:satMod val="400000"/>
              </a:schemeClr>
            </a:duotone>
          </a:blip>
          <a:srcRect/>
          <a:stretch/>
        </p:blipFill>
        <p:spPr>
          <a:xfrm>
            <a:off x="1308465" y="4351681"/>
            <a:ext cx="4084150" cy="935427"/>
          </a:xfrm>
          <a:prstGeom prst="rect">
            <a:avLst/>
          </a:prstGeom>
          <a:ln>
            <a:noFill/>
          </a:ln>
        </p:spPr>
      </p:pic>
      <p:cxnSp>
        <p:nvCxnSpPr>
          <p:cNvPr id="7" name="Straight Connector 6">
            <a:extLst>
              <a:ext uri="{FF2B5EF4-FFF2-40B4-BE49-F238E27FC236}">
                <a16:creationId xmlns:a16="http://schemas.microsoft.com/office/drawing/2014/main" id="{773CACF2-E392-B726-A2E9-B23919E73488}"/>
              </a:ext>
            </a:extLst>
          </p:cNvPr>
          <p:cNvCxnSpPr/>
          <p:nvPr/>
        </p:nvCxnSpPr>
        <p:spPr>
          <a:xfrm>
            <a:off x="4880402" y="4351681"/>
            <a:ext cx="512213" cy="935427"/>
          </a:xfrm>
          <a:prstGeom prst="line">
            <a:avLst/>
          </a:prstGeom>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1E5F13F4-502F-7FA3-8783-9FE7CC547163}"/>
              </a:ext>
            </a:extLst>
          </p:cNvPr>
          <p:cNvCxnSpPr/>
          <p:nvPr/>
        </p:nvCxnSpPr>
        <p:spPr>
          <a:xfrm flipH="1">
            <a:off x="1308465" y="4351681"/>
            <a:ext cx="512214" cy="935427"/>
          </a:xfrm>
          <a:prstGeom prst="line">
            <a:avLst/>
          </a:prstGeom>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14EFE4EE-861A-E851-31F7-A60D1FA1BF01}"/>
              </a:ext>
            </a:extLst>
          </p:cNvPr>
          <p:cNvCxnSpPr/>
          <p:nvPr/>
        </p:nvCxnSpPr>
        <p:spPr>
          <a:xfrm>
            <a:off x="1820679" y="4351681"/>
            <a:ext cx="3059723" cy="0"/>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9D432EEC-CB81-A3D9-C14E-849F80A751F0}"/>
              </a:ext>
            </a:extLst>
          </p:cNvPr>
          <p:cNvCxnSpPr/>
          <p:nvPr/>
        </p:nvCxnSpPr>
        <p:spPr>
          <a:xfrm>
            <a:off x="1308465" y="5287108"/>
            <a:ext cx="4084150" cy="0"/>
          </a:xfrm>
          <a:prstGeom prst="line">
            <a:avLst/>
          </a:prstGeom>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a16="http://schemas.microsoft.com/office/drawing/2014/main" id="{D37B24D8-77A9-1BE4-5AC1-2945C1D30AC9}"/>
              </a:ext>
            </a:extLst>
          </p:cNvPr>
          <p:cNvSpPr txBox="1"/>
          <p:nvPr/>
        </p:nvSpPr>
        <p:spPr>
          <a:xfrm>
            <a:off x="2570955" y="4328715"/>
            <a:ext cx="1529862" cy="830997"/>
          </a:xfrm>
          <a:prstGeom prst="rect">
            <a:avLst/>
          </a:prstGeom>
          <a:noFill/>
        </p:spPr>
        <p:txBody>
          <a:bodyPr wrap="square" rtlCol="0">
            <a:spAutoFit/>
          </a:bodyPr>
          <a:lstStyle/>
          <a:p>
            <a:pPr algn="ctr"/>
            <a:r>
              <a:rPr lang="en-US" sz="4800" dirty="0">
                <a:latin typeface="Arial" panose="020B0604020202020204" pitchFamily="34" charset="0"/>
                <a:cs typeface="Arial" panose="020B0604020202020204" pitchFamily="34" charset="0"/>
              </a:rPr>
              <a:t>4</a:t>
            </a:r>
          </a:p>
        </p:txBody>
      </p:sp>
      <p:sp>
        <p:nvSpPr>
          <p:cNvPr id="15" name="TextBox 14">
            <a:extLst>
              <a:ext uri="{FF2B5EF4-FFF2-40B4-BE49-F238E27FC236}">
                <a16:creationId xmlns:a16="http://schemas.microsoft.com/office/drawing/2014/main" id="{4964D0FD-62D9-D203-B005-F42E504EE8AB}"/>
              </a:ext>
            </a:extLst>
          </p:cNvPr>
          <p:cNvSpPr txBox="1"/>
          <p:nvPr/>
        </p:nvSpPr>
        <p:spPr>
          <a:xfrm>
            <a:off x="3098261" y="1555311"/>
            <a:ext cx="425989" cy="769441"/>
          </a:xfrm>
          <a:prstGeom prst="rect">
            <a:avLst/>
          </a:prstGeom>
          <a:noFill/>
        </p:spPr>
        <p:txBody>
          <a:bodyPr wrap="square" rtlCol="0">
            <a:spAutoFit/>
          </a:bodyPr>
          <a:lstStyle/>
          <a:p>
            <a:pPr algn="ctr"/>
            <a:r>
              <a:rPr lang="en-US" sz="4400" dirty="0">
                <a:latin typeface="Arial" panose="020B0604020202020204" pitchFamily="34" charset="0"/>
                <a:cs typeface="Arial" panose="020B0604020202020204" pitchFamily="34" charset="0"/>
              </a:rPr>
              <a:t>1</a:t>
            </a:r>
          </a:p>
        </p:txBody>
      </p:sp>
      <p:sp>
        <p:nvSpPr>
          <p:cNvPr id="16" name="TextBox 15">
            <a:extLst>
              <a:ext uri="{FF2B5EF4-FFF2-40B4-BE49-F238E27FC236}">
                <a16:creationId xmlns:a16="http://schemas.microsoft.com/office/drawing/2014/main" id="{4B420C89-37AA-1E70-14E4-6048F57DBE34}"/>
              </a:ext>
            </a:extLst>
          </p:cNvPr>
          <p:cNvSpPr txBox="1"/>
          <p:nvPr/>
        </p:nvSpPr>
        <p:spPr>
          <a:xfrm>
            <a:off x="2922645" y="2463726"/>
            <a:ext cx="811155" cy="830997"/>
          </a:xfrm>
          <a:prstGeom prst="rect">
            <a:avLst/>
          </a:prstGeom>
          <a:noFill/>
        </p:spPr>
        <p:txBody>
          <a:bodyPr wrap="square" rtlCol="0">
            <a:spAutoFit/>
          </a:bodyPr>
          <a:lstStyle/>
          <a:p>
            <a:pPr algn="ctr"/>
            <a:r>
              <a:rPr lang="en-US" sz="4800" dirty="0">
                <a:latin typeface="Arial" panose="020B0604020202020204" pitchFamily="34" charset="0"/>
                <a:cs typeface="Arial" panose="020B0604020202020204" pitchFamily="34" charset="0"/>
              </a:rPr>
              <a:t>2</a:t>
            </a:r>
          </a:p>
        </p:txBody>
      </p:sp>
      <p:sp>
        <p:nvSpPr>
          <p:cNvPr id="17" name="TextBox 16">
            <a:extLst>
              <a:ext uri="{FF2B5EF4-FFF2-40B4-BE49-F238E27FC236}">
                <a16:creationId xmlns:a16="http://schemas.microsoft.com/office/drawing/2014/main" id="{8BC56B9D-1305-2495-608C-1D9F623AF54C}"/>
              </a:ext>
            </a:extLst>
          </p:cNvPr>
          <p:cNvSpPr txBox="1"/>
          <p:nvPr/>
        </p:nvSpPr>
        <p:spPr>
          <a:xfrm>
            <a:off x="2552700" y="3393289"/>
            <a:ext cx="1577425" cy="830997"/>
          </a:xfrm>
          <a:prstGeom prst="rect">
            <a:avLst/>
          </a:prstGeom>
          <a:noFill/>
        </p:spPr>
        <p:txBody>
          <a:bodyPr wrap="square" rtlCol="0">
            <a:spAutoFit/>
          </a:bodyPr>
          <a:lstStyle/>
          <a:p>
            <a:pPr algn="ctr"/>
            <a:r>
              <a:rPr lang="en-US" sz="4800" dirty="0">
                <a:latin typeface="Arial" panose="020B0604020202020204" pitchFamily="34" charset="0"/>
                <a:cs typeface="Arial" panose="020B0604020202020204" pitchFamily="34" charset="0"/>
              </a:rPr>
              <a:t>3</a:t>
            </a:r>
          </a:p>
        </p:txBody>
      </p:sp>
      <p:cxnSp>
        <p:nvCxnSpPr>
          <p:cNvPr id="23" name="Straight Connector 22">
            <a:extLst>
              <a:ext uri="{FF2B5EF4-FFF2-40B4-BE49-F238E27FC236}">
                <a16:creationId xmlns:a16="http://schemas.microsoft.com/office/drawing/2014/main" id="{3BAF0C0D-2469-A539-8D2E-B8521D99D61B}"/>
              </a:ext>
            </a:extLst>
          </p:cNvPr>
          <p:cNvCxnSpPr>
            <a:cxnSpLocks/>
          </p:cNvCxnSpPr>
          <p:nvPr/>
        </p:nvCxnSpPr>
        <p:spPr>
          <a:xfrm flipV="1">
            <a:off x="5392617" y="5222922"/>
            <a:ext cx="6228553" cy="62721"/>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D1FB9CE-44A7-0EBF-0183-D47A319FB1B0}"/>
              </a:ext>
            </a:extLst>
          </p:cNvPr>
          <p:cNvCxnSpPr>
            <a:cxnSpLocks/>
          </p:cNvCxnSpPr>
          <p:nvPr/>
        </p:nvCxnSpPr>
        <p:spPr>
          <a:xfrm>
            <a:off x="3778430" y="2392773"/>
            <a:ext cx="784274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B72C4D5-FD1E-564D-B870-10EA3E04E417}"/>
              </a:ext>
            </a:extLst>
          </p:cNvPr>
          <p:cNvCxnSpPr>
            <a:cxnSpLocks/>
          </p:cNvCxnSpPr>
          <p:nvPr/>
        </p:nvCxnSpPr>
        <p:spPr>
          <a:xfrm>
            <a:off x="4821785" y="4350949"/>
            <a:ext cx="6799385" cy="977"/>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2771C4C-401B-8010-0B19-3271E216054D}"/>
              </a:ext>
            </a:extLst>
          </p:cNvPr>
          <p:cNvCxnSpPr>
            <a:cxnSpLocks/>
          </p:cNvCxnSpPr>
          <p:nvPr/>
        </p:nvCxnSpPr>
        <p:spPr>
          <a:xfrm flipV="1">
            <a:off x="4376311" y="3326491"/>
            <a:ext cx="7244859" cy="45524"/>
          </a:xfrm>
          <a:prstGeom prst="line">
            <a:avLst/>
          </a:prstGeom>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0894F3CB-DD34-97FC-0A34-2883FD97FDFB}"/>
              </a:ext>
            </a:extLst>
          </p:cNvPr>
          <p:cNvSpPr txBox="1"/>
          <p:nvPr/>
        </p:nvSpPr>
        <p:spPr>
          <a:xfrm>
            <a:off x="4057985" y="1526403"/>
            <a:ext cx="8018585" cy="707181"/>
          </a:xfrm>
          <a:prstGeom prst="rect">
            <a:avLst/>
          </a:prstGeom>
          <a:noFill/>
        </p:spPr>
        <p:txBody>
          <a:bodyPr wrap="square" rtlCol="0">
            <a:spAutoFit/>
          </a:bodyPr>
          <a:lstStyle/>
          <a:p>
            <a:pPr marL="0" indent="0" algn="l">
              <a:lnSpc>
                <a:spcPts val="2450"/>
              </a:lnSpc>
              <a:buNone/>
            </a:pPr>
            <a:r>
              <a:rPr lang="en-US" sz="1800" b="1" dirty="0">
                <a:solidFill>
                  <a:srgbClr val="2C2821"/>
                </a:solidFill>
                <a:latin typeface="Arial" panose="020B0604020202020204" pitchFamily="34" charset="0"/>
                <a:ea typeface="Alice" pitchFamily="34" charset="-122"/>
                <a:cs typeface="Arial" panose="020B0604020202020204" pitchFamily="34" charset="0"/>
              </a:rPr>
              <a:t>Research</a:t>
            </a:r>
          </a:p>
          <a:p>
            <a:pPr marL="0" indent="0" algn="l">
              <a:lnSpc>
                <a:spcPts val="2450"/>
              </a:lnSpc>
              <a:buNone/>
            </a:pPr>
            <a:r>
              <a:rPr lang="en-US" sz="1600" dirty="0">
                <a:solidFill>
                  <a:srgbClr val="2C2821"/>
                </a:solidFill>
                <a:latin typeface="Arial" panose="020B0604020202020204" pitchFamily="34" charset="0"/>
                <a:ea typeface="Lora" pitchFamily="34" charset="-122"/>
                <a:cs typeface="Arial" panose="020B0604020202020204" pitchFamily="34" charset="0"/>
              </a:rPr>
              <a:t>Carefully read the job description and identify the key skills and qualifications</a:t>
            </a:r>
            <a:endParaRPr lang="en-US" sz="1600" dirty="0">
              <a:latin typeface="Arial" panose="020B0604020202020204" pitchFamily="34" charset="0"/>
              <a:cs typeface="Arial" panose="020B0604020202020204" pitchFamily="34" charset="0"/>
            </a:endParaRPr>
          </a:p>
        </p:txBody>
      </p:sp>
      <p:sp>
        <p:nvSpPr>
          <p:cNvPr id="34" name="TextBox 33">
            <a:extLst>
              <a:ext uri="{FF2B5EF4-FFF2-40B4-BE49-F238E27FC236}">
                <a16:creationId xmlns:a16="http://schemas.microsoft.com/office/drawing/2014/main" id="{F64700D8-3674-78C7-9DB3-162843D32CC2}"/>
              </a:ext>
            </a:extLst>
          </p:cNvPr>
          <p:cNvSpPr txBox="1"/>
          <p:nvPr/>
        </p:nvSpPr>
        <p:spPr>
          <a:xfrm>
            <a:off x="4376311" y="2381008"/>
            <a:ext cx="7381935" cy="1034514"/>
          </a:xfrm>
          <a:prstGeom prst="rect">
            <a:avLst/>
          </a:prstGeom>
          <a:noFill/>
        </p:spPr>
        <p:txBody>
          <a:bodyPr wrap="square" rtlCol="0">
            <a:spAutoFit/>
          </a:bodyPr>
          <a:lstStyle/>
          <a:p>
            <a:pPr marL="0" indent="0" algn="l">
              <a:lnSpc>
                <a:spcPts val="2450"/>
              </a:lnSpc>
              <a:buNone/>
            </a:pPr>
            <a:r>
              <a:rPr lang="en-US" sz="1800" b="1" dirty="0">
                <a:solidFill>
                  <a:srgbClr val="2C2821"/>
                </a:solidFill>
                <a:latin typeface="Arial" panose="020B0604020202020204" pitchFamily="34" charset="0"/>
                <a:ea typeface="Alice" pitchFamily="34" charset="-122"/>
                <a:cs typeface="Arial" panose="020B0604020202020204" pitchFamily="34" charset="0"/>
              </a:rPr>
              <a:t>Match</a:t>
            </a:r>
          </a:p>
          <a:p>
            <a:pPr marL="0" indent="0" algn="l">
              <a:lnSpc>
                <a:spcPts val="2450"/>
              </a:lnSpc>
              <a:buNone/>
            </a:pPr>
            <a:r>
              <a:rPr lang="en-US" sz="1600" dirty="0">
                <a:solidFill>
                  <a:srgbClr val="2C2821"/>
                </a:solidFill>
                <a:latin typeface="Arial" panose="020B0604020202020204" pitchFamily="34" charset="0"/>
                <a:ea typeface="Lora" pitchFamily="34" charset="-122"/>
                <a:cs typeface="Arial" panose="020B0604020202020204" pitchFamily="34" charset="0"/>
              </a:rPr>
              <a:t>Align your skills and experience with the requirements outlined in the job description</a:t>
            </a:r>
            <a:endParaRPr lang="en-US" sz="1600" dirty="0">
              <a:latin typeface="Arial" panose="020B0604020202020204" pitchFamily="34" charset="0"/>
              <a:cs typeface="Arial" panose="020B0604020202020204" pitchFamily="34" charset="0"/>
            </a:endParaRPr>
          </a:p>
        </p:txBody>
      </p:sp>
      <p:sp>
        <p:nvSpPr>
          <p:cNvPr id="36" name="TextBox 35">
            <a:extLst>
              <a:ext uri="{FF2B5EF4-FFF2-40B4-BE49-F238E27FC236}">
                <a16:creationId xmlns:a16="http://schemas.microsoft.com/office/drawing/2014/main" id="{F5ECFA10-4C26-5BB0-41E5-A4E0DE76990F}"/>
              </a:ext>
            </a:extLst>
          </p:cNvPr>
          <p:cNvSpPr txBox="1"/>
          <p:nvPr/>
        </p:nvSpPr>
        <p:spPr>
          <a:xfrm>
            <a:off x="4890323" y="3355964"/>
            <a:ext cx="6799385" cy="1355499"/>
          </a:xfrm>
          <a:prstGeom prst="rect">
            <a:avLst/>
          </a:prstGeom>
          <a:noFill/>
        </p:spPr>
        <p:txBody>
          <a:bodyPr wrap="square" rtlCol="0">
            <a:spAutoFit/>
          </a:bodyPr>
          <a:lstStyle/>
          <a:p>
            <a:pPr marL="0" indent="0" algn="l">
              <a:lnSpc>
                <a:spcPts val="2450"/>
              </a:lnSpc>
              <a:buNone/>
            </a:pPr>
            <a:r>
              <a:rPr lang="en-US" sz="1800" b="1" dirty="0">
                <a:solidFill>
                  <a:srgbClr val="2C2821"/>
                </a:solidFill>
                <a:latin typeface="Arial" panose="020B0604020202020204" pitchFamily="34" charset="0"/>
                <a:ea typeface="Alice" pitchFamily="34" charset="-122"/>
                <a:cs typeface="Arial" panose="020B0604020202020204" pitchFamily="34" charset="0"/>
              </a:rPr>
              <a:t>Highlight</a:t>
            </a:r>
          </a:p>
          <a:p>
            <a:pPr algn="just">
              <a:lnSpc>
                <a:spcPts val="2450"/>
              </a:lnSpc>
            </a:pPr>
            <a:r>
              <a:rPr lang="en-US" sz="1600" dirty="0">
                <a:solidFill>
                  <a:srgbClr val="2C2821"/>
                </a:solidFill>
                <a:latin typeface="Arial" panose="020B0604020202020204" pitchFamily="34" charset="0"/>
                <a:ea typeface="Lora" pitchFamily="34" charset="-122"/>
                <a:cs typeface="Arial" panose="020B0604020202020204" pitchFamily="34" charset="0"/>
              </a:rPr>
              <a:t>Emphasize the aspects of your background that are most relevant to the specific job.</a:t>
            </a:r>
            <a:endParaRPr lang="en-US" sz="1600" dirty="0">
              <a:solidFill>
                <a:srgbClr val="2C2821"/>
              </a:solidFill>
              <a:latin typeface="Arial" panose="020B0604020202020204" pitchFamily="34" charset="0"/>
              <a:ea typeface="Alice" pitchFamily="34" charset="-122"/>
              <a:cs typeface="Arial" panose="020B0604020202020204" pitchFamily="34" charset="0"/>
            </a:endParaRPr>
          </a:p>
          <a:p>
            <a:pPr marL="0" indent="0" algn="l">
              <a:lnSpc>
                <a:spcPts val="2450"/>
              </a:lnSpc>
              <a:buNone/>
            </a:pPr>
            <a:endParaRPr lang="en-US" sz="1800" dirty="0"/>
          </a:p>
        </p:txBody>
      </p:sp>
      <p:sp>
        <p:nvSpPr>
          <p:cNvPr id="37" name="TextBox 36">
            <a:extLst>
              <a:ext uri="{FF2B5EF4-FFF2-40B4-BE49-F238E27FC236}">
                <a16:creationId xmlns:a16="http://schemas.microsoft.com/office/drawing/2014/main" id="{6B30FD57-5C9F-4E18-B637-ADEF61A08D29}"/>
              </a:ext>
            </a:extLst>
          </p:cNvPr>
          <p:cNvSpPr txBox="1"/>
          <p:nvPr/>
        </p:nvSpPr>
        <p:spPr>
          <a:xfrm>
            <a:off x="5601369" y="4292806"/>
            <a:ext cx="6236677" cy="1355499"/>
          </a:xfrm>
          <a:prstGeom prst="rect">
            <a:avLst/>
          </a:prstGeom>
          <a:noFill/>
        </p:spPr>
        <p:txBody>
          <a:bodyPr wrap="square" rtlCol="0">
            <a:spAutoFit/>
          </a:bodyPr>
          <a:lstStyle/>
          <a:p>
            <a:pPr marL="0" indent="0" algn="just">
              <a:lnSpc>
                <a:spcPts val="2450"/>
              </a:lnSpc>
              <a:buNone/>
            </a:pPr>
            <a:r>
              <a:rPr lang="en-US" sz="1800" b="1" dirty="0">
                <a:solidFill>
                  <a:srgbClr val="2C2821"/>
                </a:solidFill>
                <a:latin typeface="Arial" panose="020B0604020202020204" pitchFamily="34" charset="0"/>
                <a:ea typeface="Alice" pitchFamily="34" charset="-122"/>
                <a:cs typeface="Arial" panose="020B0604020202020204" pitchFamily="34" charset="0"/>
              </a:rPr>
              <a:t>Customize</a:t>
            </a:r>
          </a:p>
          <a:p>
            <a:pPr algn="just">
              <a:lnSpc>
                <a:spcPts val="2450"/>
              </a:lnSpc>
            </a:pPr>
            <a:r>
              <a:rPr lang="en-US" sz="1600" dirty="0">
                <a:solidFill>
                  <a:srgbClr val="2C2821"/>
                </a:solidFill>
                <a:latin typeface="Arial" panose="020B0604020202020204" pitchFamily="34" charset="0"/>
                <a:ea typeface="Lora" pitchFamily="34" charset="-122"/>
                <a:cs typeface="Arial" panose="020B0604020202020204" pitchFamily="34" charset="0"/>
              </a:rPr>
              <a:t>Adjust the language and content of your resume to reflect the needs of the particular employer</a:t>
            </a:r>
            <a:r>
              <a:rPr lang="en-US" sz="1800" dirty="0">
                <a:solidFill>
                  <a:srgbClr val="2C2821"/>
                </a:solidFill>
                <a:latin typeface="Arial" panose="020B0604020202020204" pitchFamily="34" charset="0"/>
                <a:ea typeface="Lora" pitchFamily="34" charset="-122"/>
                <a:cs typeface="Arial" panose="020B0604020202020204" pitchFamily="34" charset="0"/>
              </a:rPr>
              <a:t>.</a:t>
            </a:r>
            <a:endParaRPr lang="en-US" sz="1800" dirty="0">
              <a:latin typeface="Arial" panose="020B0604020202020204" pitchFamily="34" charset="0"/>
              <a:cs typeface="Arial" panose="020B0604020202020204" pitchFamily="34" charset="0"/>
            </a:endParaRPr>
          </a:p>
          <a:p>
            <a:pPr marL="0" indent="0" algn="just">
              <a:lnSpc>
                <a:spcPts val="2450"/>
              </a:lnSpc>
              <a:buNone/>
            </a:pPr>
            <a:endParaRPr lang="en-US" sz="1800" b="1" dirty="0"/>
          </a:p>
        </p:txBody>
      </p:sp>
    </p:spTree>
    <p:extLst>
      <p:ext uri="{BB962C8B-B14F-4D97-AF65-F5344CB8AC3E}">
        <p14:creationId xmlns:p14="http://schemas.microsoft.com/office/powerpoint/2010/main" val="10076091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4B4B5-F5EF-9A18-73E2-FC04A0CEC7C4}"/>
              </a:ext>
            </a:extLst>
          </p:cNvPr>
          <p:cNvSpPr>
            <a:spLocks noGrp="1"/>
          </p:cNvSpPr>
          <p:nvPr>
            <p:ph type="title"/>
          </p:nvPr>
        </p:nvSpPr>
        <p:spPr/>
        <p:txBody>
          <a:bodyPr/>
          <a:lstStyle/>
          <a:p>
            <a:r>
              <a:rPr lang="en-US" sz="4000" b="1" dirty="0">
                <a:solidFill>
                  <a:srgbClr val="233E32"/>
                </a:solidFill>
                <a:ea typeface="Alice" pitchFamily="34" charset="-122"/>
                <a:cs typeface="Alice" pitchFamily="34" charset="-120"/>
              </a:rPr>
              <a:t>Conclusion and Next Steps:</a:t>
            </a:r>
            <a:br>
              <a:rPr lang="en-US" sz="4000" b="1" dirty="0"/>
            </a:br>
            <a:endParaRPr lang="en-US" b="1" dirty="0"/>
          </a:p>
        </p:txBody>
      </p:sp>
      <p:sp>
        <p:nvSpPr>
          <p:cNvPr id="3" name="Content Placeholder 2">
            <a:extLst>
              <a:ext uri="{FF2B5EF4-FFF2-40B4-BE49-F238E27FC236}">
                <a16:creationId xmlns:a16="http://schemas.microsoft.com/office/drawing/2014/main" id="{60697EEC-0D96-D59C-1228-241B112DF97F}"/>
              </a:ext>
            </a:extLst>
          </p:cNvPr>
          <p:cNvSpPr>
            <a:spLocks noGrp="1"/>
          </p:cNvSpPr>
          <p:nvPr>
            <p:ph idx="1"/>
          </p:nvPr>
        </p:nvSpPr>
        <p:spPr>
          <a:xfrm>
            <a:off x="1484310" y="1866899"/>
            <a:ext cx="10018713" cy="3877409"/>
          </a:xfrm>
        </p:spPr>
        <p:txBody>
          <a:bodyPr>
            <a:normAutofit/>
          </a:bodyPr>
          <a:lstStyle/>
          <a:p>
            <a:pPr marL="0" indent="0" algn="just">
              <a:buNone/>
            </a:pPr>
            <a:r>
              <a:rPr lang="en-US" sz="2400" dirty="0">
                <a:solidFill>
                  <a:srgbClr val="2C2821"/>
                </a:solidFill>
                <a:latin typeface="Arial" panose="020B0604020202020204" pitchFamily="34" charset="0"/>
                <a:ea typeface="Lora" pitchFamily="34" charset="-122"/>
                <a:cs typeface="Arial" panose="020B0604020202020204" pitchFamily="34" charset="0"/>
              </a:rPr>
              <a:t>Crafting a strong resume is an essential step in the job search process. By following the guidelines and tips outlined in this presentation, you can create a compelling document that highlights your qualifications and helps you stand out from the competition. Now that you've learned the fundamentals of r</a:t>
            </a:r>
            <a:r>
              <a:rPr lang="en-US" dirty="0">
                <a:latin typeface="Arial" panose="020B0604020202020204" pitchFamily="34" charset="0"/>
                <a:cs typeface="Arial" panose="020B0604020202020204" pitchFamily="34" charset="0"/>
              </a:rPr>
              <a:t>ésumé </a:t>
            </a:r>
            <a:r>
              <a:rPr lang="en-US" sz="2400" dirty="0">
                <a:solidFill>
                  <a:srgbClr val="2C2821"/>
                </a:solidFill>
                <a:latin typeface="Arial" panose="020B0604020202020204" pitchFamily="34" charset="0"/>
                <a:ea typeface="Lora" pitchFamily="34" charset="-122"/>
                <a:cs typeface="Arial" panose="020B0604020202020204" pitchFamily="34" charset="0"/>
              </a:rPr>
              <a:t>writing, put your knowledge into practice! Review your existing r</a:t>
            </a:r>
            <a:r>
              <a:rPr lang="en-US" dirty="0">
                <a:latin typeface="Arial" panose="020B0604020202020204" pitchFamily="34" charset="0"/>
                <a:cs typeface="Arial" panose="020B0604020202020204" pitchFamily="34" charset="0"/>
              </a:rPr>
              <a:t>ésumé </a:t>
            </a:r>
            <a:r>
              <a:rPr lang="en-US" sz="2400" dirty="0">
                <a:solidFill>
                  <a:srgbClr val="2C2821"/>
                </a:solidFill>
                <a:latin typeface="Arial" panose="020B0604020202020204" pitchFamily="34" charset="0"/>
                <a:ea typeface="Lora" pitchFamily="34" charset="-122"/>
                <a:cs typeface="Arial" panose="020B0604020202020204" pitchFamily="34" charset="0"/>
              </a:rPr>
              <a:t>and make necessary improvements. Remember, a well-written r</a:t>
            </a:r>
            <a:r>
              <a:rPr lang="en-US" dirty="0">
                <a:latin typeface="Arial" panose="020B0604020202020204" pitchFamily="34" charset="0"/>
                <a:cs typeface="Arial" panose="020B0604020202020204" pitchFamily="34" charset="0"/>
              </a:rPr>
              <a:t>ésumé</a:t>
            </a:r>
            <a:r>
              <a:rPr lang="en-US" b="1" dirty="0">
                <a:cs typeface="Arial" panose="020B0604020202020204" pitchFamily="34" charset="0"/>
              </a:rPr>
              <a:t> </a:t>
            </a:r>
            <a:r>
              <a:rPr lang="en-US" sz="2400" dirty="0">
                <a:solidFill>
                  <a:srgbClr val="2C2821"/>
                </a:solidFill>
                <a:latin typeface="Arial" panose="020B0604020202020204" pitchFamily="34" charset="0"/>
                <a:ea typeface="Lora" pitchFamily="34" charset="-122"/>
                <a:cs typeface="Arial" panose="020B0604020202020204" pitchFamily="34" charset="0"/>
              </a:rPr>
              <a:t>is a powerful tool that can open doors to exciting opportunities.</a:t>
            </a:r>
            <a:endParaRPr lang="en-US" sz="2400" dirty="0">
              <a:latin typeface="Arial" panose="020B060402020202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35364703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4CA2E-181F-48A4-3B62-122531EB6BFB}"/>
              </a:ext>
            </a:extLst>
          </p:cNvPr>
          <p:cNvSpPr>
            <a:spLocks noGrp="1"/>
          </p:cNvSpPr>
          <p:nvPr>
            <p:ph type="title"/>
          </p:nvPr>
        </p:nvSpPr>
        <p:spPr>
          <a:xfrm>
            <a:off x="1428750" y="-298938"/>
            <a:ext cx="10128493" cy="6858000"/>
          </a:xfrm>
        </p:spPr>
        <p:txBody>
          <a:bodyPr>
            <a:normAutofit/>
          </a:bodyPr>
          <a:lstStyle/>
          <a:p>
            <a:pPr algn="l"/>
            <a:r>
              <a:rPr lang="en-US" sz="3600" b="1" dirty="0"/>
              <a:t>Sample </a:t>
            </a:r>
            <a:r>
              <a:rPr lang="en-US" sz="3600" b="1" dirty="0">
                <a:cs typeface="Arial" panose="020B0604020202020204" pitchFamily="34" charset="0"/>
              </a:rPr>
              <a:t>Résumé </a:t>
            </a:r>
            <a:r>
              <a:rPr lang="en-US" sz="3600" b="1" dirty="0"/>
              <a:t>: </a:t>
            </a:r>
          </a:p>
        </p:txBody>
      </p:sp>
      <p:pic>
        <p:nvPicPr>
          <p:cNvPr id="5" name="Content Placeholder 4">
            <a:extLst>
              <a:ext uri="{FF2B5EF4-FFF2-40B4-BE49-F238E27FC236}">
                <a16:creationId xmlns:a16="http://schemas.microsoft.com/office/drawing/2014/main" id="{15E01BFF-7C74-79E5-2A4F-906C0938E201}"/>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b="9399"/>
          <a:stretch/>
        </p:blipFill>
        <p:spPr>
          <a:xfrm>
            <a:off x="5369765" y="0"/>
            <a:ext cx="6822235" cy="6858000"/>
          </a:xfrm>
        </p:spPr>
      </p:pic>
    </p:spTree>
    <p:extLst>
      <p:ext uri="{BB962C8B-B14F-4D97-AF65-F5344CB8AC3E}">
        <p14:creationId xmlns:p14="http://schemas.microsoft.com/office/powerpoint/2010/main" val="11967507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04034-2BF9-1487-99BF-28FDD6F0C504}"/>
              </a:ext>
            </a:extLst>
          </p:cNvPr>
          <p:cNvSpPr>
            <a:spLocks noGrp="1"/>
          </p:cNvSpPr>
          <p:nvPr>
            <p:ph type="title"/>
          </p:nvPr>
        </p:nvSpPr>
        <p:spPr/>
        <p:txBody>
          <a:bodyPr>
            <a:noAutofit/>
          </a:bodyPr>
          <a:lstStyle/>
          <a:p>
            <a:r>
              <a:rPr lang="en-US" sz="3600" b="1" dirty="0"/>
              <a:t>Assessment of Job Application and Resume Writing: A Comprehensive Review for Success.</a:t>
            </a:r>
          </a:p>
        </p:txBody>
      </p:sp>
      <p:sp>
        <p:nvSpPr>
          <p:cNvPr id="3" name="Content Placeholder 2">
            <a:extLst>
              <a:ext uri="{FF2B5EF4-FFF2-40B4-BE49-F238E27FC236}">
                <a16:creationId xmlns:a16="http://schemas.microsoft.com/office/drawing/2014/main" id="{F4BF73FA-C01B-A43D-E24F-3DCB2D638C52}"/>
              </a:ext>
            </a:extLst>
          </p:cNvPr>
          <p:cNvSpPr>
            <a:spLocks noGrp="1"/>
          </p:cNvSpPr>
          <p:nvPr>
            <p:ph idx="1"/>
          </p:nvPr>
        </p:nvSpPr>
        <p:spPr>
          <a:xfrm>
            <a:off x="1654431" y="2438399"/>
            <a:ext cx="10018713" cy="3124201"/>
          </a:xfrm>
        </p:spPr>
        <p:txBody>
          <a:bodyPr>
            <a:normAutofit/>
          </a:bodyPr>
          <a:lstStyle/>
          <a:p>
            <a:r>
              <a:rPr lang="en-US" sz="2800" b="1" dirty="0"/>
              <a:t>Question 1</a:t>
            </a:r>
            <a:r>
              <a:rPr lang="en-US" sz="2800" dirty="0"/>
              <a:t>: What are the key components of an effective resume? </a:t>
            </a:r>
          </a:p>
          <a:p>
            <a:r>
              <a:rPr lang="en-US" sz="2800" b="1" dirty="0"/>
              <a:t>Question 2</a:t>
            </a:r>
            <a:r>
              <a:rPr lang="en-US" sz="2800" dirty="0"/>
              <a:t>: How should I tailor my job application to a specific position? </a:t>
            </a:r>
          </a:p>
        </p:txBody>
      </p:sp>
    </p:spTree>
    <p:extLst>
      <p:ext uri="{BB962C8B-B14F-4D97-AF65-F5344CB8AC3E}">
        <p14:creationId xmlns:p14="http://schemas.microsoft.com/office/powerpoint/2010/main" val="39044417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74CDA-C427-DDE1-C98E-CFF8F5E2B8A9}"/>
              </a:ext>
            </a:extLst>
          </p:cNvPr>
          <p:cNvSpPr>
            <a:spLocks noGrp="1"/>
          </p:cNvSpPr>
          <p:nvPr>
            <p:ph type="title"/>
          </p:nvPr>
        </p:nvSpPr>
        <p:spPr>
          <a:xfrm>
            <a:off x="1323236" y="1063255"/>
            <a:ext cx="5426158" cy="2571306"/>
          </a:xfrm>
        </p:spPr>
        <p:txBody>
          <a:bodyPr>
            <a:noAutofit/>
          </a:bodyPr>
          <a:lstStyle/>
          <a:p>
            <a:r>
              <a:rPr lang="en-US" sz="4800" b="1" dirty="0"/>
              <a:t>Thank you for your time!</a:t>
            </a:r>
            <a:br>
              <a:rPr lang="en-US" sz="4800" b="1" dirty="0"/>
            </a:br>
            <a:endParaRPr lang="en-US" sz="4800" dirty="0"/>
          </a:p>
        </p:txBody>
      </p:sp>
      <p:sp>
        <p:nvSpPr>
          <p:cNvPr id="4" name="Text Placeholder 3">
            <a:extLst>
              <a:ext uri="{FF2B5EF4-FFF2-40B4-BE49-F238E27FC236}">
                <a16:creationId xmlns:a16="http://schemas.microsoft.com/office/drawing/2014/main" id="{47477009-2235-4213-1552-3A5AD18243DB}"/>
              </a:ext>
            </a:extLst>
          </p:cNvPr>
          <p:cNvSpPr>
            <a:spLocks noGrp="1"/>
          </p:cNvSpPr>
          <p:nvPr>
            <p:ph type="body" sz="half" idx="2"/>
          </p:nvPr>
        </p:nvSpPr>
        <p:spPr>
          <a:xfrm>
            <a:off x="574786" y="3007240"/>
            <a:ext cx="6923058" cy="1828800"/>
          </a:xfrm>
        </p:spPr>
        <p:txBody>
          <a:bodyPr/>
          <a:lstStyle/>
          <a:p>
            <a:r>
              <a:rPr lang="en-US" sz="2800" dirty="0"/>
              <a:t>We hope you found this presentation informative and engaging</a:t>
            </a:r>
          </a:p>
          <a:p>
            <a:endParaRPr lang="en-US" dirty="0"/>
          </a:p>
        </p:txBody>
      </p:sp>
      <p:pic>
        <p:nvPicPr>
          <p:cNvPr id="10" name="Picture 9">
            <a:extLst>
              <a:ext uri="{FF2B5EF4-FFF2-40B4-BE49-F238E27FC236}">
                <a16:creationId xmlns:a16="http://schemas.microsoft.com/office/drawing/2014/main" id="{815947FE-4AB0-50D6-7F08-115D6EC97559}"/>
              </a:ext>
            </a:extLst>
          </p:cNvPr>
          <p:cNvPicPr>
            <a:picLocks noChangeAspect="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80322128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Custom 3">
      <a:dk1>
        <a:sysClr val="windowText" lastClr="000000"/>
      </a:dk1>
      <a:lt1>
        <a:sysClr val="window" lastClr="FFFFFF"/>
      </a:lt1>
      <a:dk2>
        <a:srgbClr val="023160"/>
      </a:dk2>
      <a:lt2>
        <a:srgbClr val="FFFFFF"/>
      </a:lt2>
      <a:accent1>
        <a:srgbClr val="0563C1"/>
      </a:accent1>
      <a:accent2>
        <a:srgbClr val="48A1FA"/>
      </a:accent2>
      <a:accent3>
        <a:srgbClr val="3598FA"/>
      </a:accent3>
      <a:accent4>
        <a:srgbClr val="48A1FA"/>
      </a:accent4>
      <a:accent5>
        <a:srgbClr val="5B9BD5"/>
      </a:accent5>
      <a:accent6>
        <a:srgbClr val="70AD47"/>
      </a:accent6>
      <a:hlink>
        <a:srgbClr val="0563C1"/>
      </a:hlink>
      <a:folHlink>
        <a:srgbClr val="954F72"/>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
  <TotalTime>388</TotalTime>
  <Words>2214</Words>
  <Application>Microsoft Office PowerPoint</Application>
  <PresentationFormat>Widescreen</PresentationFormat>
  <Paragraphs>198</Paragraphs>
  <Slides>32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32</vt:i4>
      </vt:variant>
    </vt:vector>
  </HeadingPairs>
  <TitlesOfParts>
    <vt:vector size="41" baseType="lpstr">
      <vt:lpstr>Alice</vt:lpstr>
      <vt:lpstr>Arial</vt:lpstr>
      <vt:lpstr>Calibri</vt:lpstr>
      <vt:lpstr>Corbel</vt:lpstr>
      <vt:lpstr>Dm sans semi bold</vt:lpstr>
      <vt:lpstr>Dm sans semi bold</vt:lpstr>
      <vt:lpstr>Inter Medium</vt:lpstr>
      <vt:lpstr>Noto Sans</vt:lpstr>
      <vt:lpstr>Parallax</vt:lpstr>
      <vt:lpstr>PowerPoint Presentation</vt:lpstr>
      <vt:lpstr>Presented by:</vt:lpstr>
      <vt:lpstr> Job Application Letter: A Comprehensive Guide </vt:lpstr>
      <vt:lpstr>Job Application Letter </vt:lpstr>
      <vt:lpstr>Definition of a Job Application </vt:lpstr>
      <vt:lpstr>Why Job Applications Matter? </vt:lpstr>
      <vt:lpstr>Key Components of a Job Application </vt:lpstr>
      <vt:lpstr>Address, Salutation, and Paragraphs </vt:lpstr>
      <vt:lpstr>Crafting Compelling Paragraphs </vt:lpstr>
      <vt:lpstr>Complementary Close and Signature </vt:lpstr>
      <vt:lpstr>Enclosure and Additional Details </vt:lpstr>
      <vt:lpstr>Sample Job application Writing  </vt:lpstr>
      <vt:lpstr>Conclusion and Next Steps </vt:lpstr>
      <vt:lpstr>CV/ Résumé Writing: Crafting Your Path to Success</vt:lpstr>
      <vt:lpstr>What is Résumé?</vt:lpstr>
      <vt:lpstr>Difference between CV and Résumé </vt:lpstr>
      <vt:lpstr>Types of Résumé</vt:lpstr>
      <vt:lpstr>Importance of Résumé</vt:lpstr>
      <vt:lpstr>Key Points of Résumé :</vt:lpstr>
      <vt:lpstr>Contact Information </vt:lpstr>
      <vt:lpstr>Professional Summary / Objective Statement </vt:lpstr>
      <vt:lpstr>Key Skills Section</vt:lpstr>
      <vt:lpstr>Importance of Work Experience </vt:lpstr>
      <vt:lpstr>Essential Components to Incorporate in the Education Section.</vt:lpstr>
      <vt:lpstr>Enhanced Components for Your Résumé </vt:lpstr>
      <vt:lpstr>What to Include in the Reference Part? </vt:lpstr>
      <vt:lpstr>Common Résumé Mistakes to Avoid   </vt:lpstr>
      <vt:lpstr>Tailoring Your Résumé for the Job </vt:lpstr>
      <vt:lpstr>Conclusion and Next Steps: </vt:lpstr>
      <vt:lpstr>Sample Résumé : </vt:lpstr>
      <vt:lpstr>Assessment of Job Application and Resume Writing: A Comprehensive Review for Success.</vt:lpstr>
      <vt:lpstr>Thank you for your time!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Job Application: A Comprehensive Guide</dc:title>
  <dc:creator>Laiba Shehzad</dc:creator>
  <cp:lastModifiedBy>Anosha Mazhar Munier</cp:lastModifiedBy>
  <cp:revision>29</cp:revision>
  <dcterms:created xsi:type="dcterms:W3CDTF">2024-12-14T12:58:10Z</dcterms:created>
  <dcterms:modified xsi:type="dcterms:W3CDTF">2024-12-15T07:14:14Z</dcterms:modified>
</cp:coreProperties>
</file>